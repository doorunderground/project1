
<file path=[Content_Types].xml><?xml version="1.0" encoding="utf-8"?>
<Types xmlns="http://schemas.openxmlformats.org/package/2006/content-types">
  <Default Extension="jpg" ContentType="image/jp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300" y="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0F17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jpg"/><Relationship Id="rId7" Type="http://schemas.openxmlformats.org/officeDocument/2006/relationships/image" Target="../media/image16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jp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308715"/>
            <a:chOff x="0" y="0"/>
            <a:chExt cx="20104100" cy="113087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113085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847954" y="952861"/>
              <a:ext cx="12973685" cy="9015730"/>
            </a:xfrm>
            <a:custGeom>
              <a:avLst/>
              <a:gdLst/>
              <a:ahLst/>
              <a:cxnLst/>
              <a:rect l="l" t="t" r="r" b="b"/>
              <a:pathLst>
                <a:path w="12973685" h="9015730">
                  <a:moveTo>
                    <a:pt x="5884634" y="4701425"/>
                  </a:moveTo>
                  <a:lnTo>
                    <a:pt x="356006" y="4701425"/>
                  </a:lnTo>
                  <a:lnTo>
                    <a:pt x="356006" y="5758980"/>
                  </a:lnTo>
                  <a:lnTo>
                    <a:pt x="5884634" y="5758980"/>
                  </a:lnTo>
                  <a:lnTo>
                    <a:pt x="5884634" y="4701425"/>
                  </a:lnTo>
                  <a:close/>
                </a:path>
                <a:path w="12973685" h="9015730">
                  <a:moveTo>
                    <a:pt x="6554775" y="0"/>
                  </a:moveTo>
                  <a:lnTo>
                    <a:pt x="0" y="0"/>
                  </a:lnTo>
                  <a:lnTo>
                    <a:pt x="0" y="1141323"/>
                  </a:lnTo>
                  <a:lnTo>
                    <a:pt x="6554775" y="1141323"/>
                  </a:lnTo>
                  <a:lnTo>
                    <a:pt x="6554775" y="0"/>
                  </a:lnTo>
                  <a:close/>
                </a:path>
                <a:path w="12973685" h="9015730">
                  <a:moveTo>
                    <a:pt x="12973431" y="6031230"/>
                  </a:moveTo>
                  <a:lnTo>
                    <a:pt x="8544242" y="6031230"/>
                  </a:lnTo>
                  <a:lnTo>
                    <a:pt x="8544242" y="9015425"/>
                  </a:lnTo>
                  <a:lnTo>
                    <a:pt x="12973431" y="9015425"/>
                  </a:lnTo>
                  <a:lnTo>
                    <a:pt x="12973431" y="6031230"/>
                  </a:lnTo>
                  <a:close/>
                </a:path>
              </a:pathLst>
            </a:custGeom>
            <a:solidFill>
              <a:srgbClr val="0F17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564253" y="5554149"/>
              <a:ext cx="2908300" cy="902335"/>
            </a:xfrm>
            <a:custGeom>
              <a:avLst/>
              <a:gdLst/>
              <a:ahLst/>
              <a:cxnLst/>
              <a:rect l="l" t="t" r="r" b="b"/>
              <a:pathLst>
                <a:path w="2908300" h="902335">
                  <a:moveTo>
                    <a:pt x="174875" y="0"/>
                  </a:moveTo>
                  <a:lnTo>
                    <a:pt x="105845" y="0"/>
                  </a:lnTo>
                  <a:lnTo>
                    <a:pt x="84934" y="41712"/>
                  </a:lnTo>
                  <a:lnTo>
                    <a:pt x="66379" y="84382"/>
                  </a:lnTo>
                  <a:lnTo>
                    <a:pt x="50180" y="128009"/>
                  </a:lnTo>
                  <a:lnTo>
                    <a:pt x="36337" y="172593"/>
                  </a:lnTo>
                  <a:lnTo>
                    <a:pt x="24850" y="218134"/>
                  </a:lnTo>
                  <a:lnTo>
                    <a:pt x="15904" y="264264"/>
                  </a:lnTo>
                  <a:lnTo>
                    <a:pt x="8946" y="310616"/>
                  </a:lnTo>
                  <a:lnTo>
                    <a:pt x="3976" y="357188"/>
                  </a:lnTo>
                  <a:lnTo>
                    <a:pt x="994" y="403981"/>
                  </a:lnTo>
                  <a:lnTo>
                    <a:pt x="0" y="450995"/>
                  </a:lnTo>
                  <a:lnTo>
                    <a:pt x="994" y="497678"/>
                  </a:lnTo>
                  <a:lnTo>
                    <a:pt x="3976" y="544213"/>
                  </a:lnTo>
                  <a:lnTo>
                    <a:pt x="8946" y="590601"/>
                  </a:lnTo>
                  <a:lnTo>
                    <a:pt x="15904" y="636842"/>
                  </a:lnTo>
                  <a:lnTo>
                    <a:pt x="24850" y="682936"/>
                  </a:lnTo>
                  <a:lnTo>
                    <a:pt x="36337" y="728514"/>
                  </a:lnTo>
                  <a:lnTo>
                    <a:pt x="50180" y="773208"/>
                  </a:lnTo>
                  <a:lnTo>
                    <a:pt x="66379" y="817019"/>
                  </a:lnTo>
                  <a:lnTo>
                    <a:pt x="84934" y="859947"/>
                  </a:lnTo>
                  <a:lnTo>
                    <a:pt x="105845" y="901991"/>
                  </a:lnTo>
                  <a:lnTo>
                    <a:pt x="174875" y="901991"/>
                  </a:lnTo>
                  <a:lnTo>
                    <a:pt x="156762" y="859947"/>
                  </a:lnTo>
                  <a:lnTo>
                    <a:pt x="140710" y="817019"/>
                  </a:lnTo>
                  <a:lnTo>
                    <a:pt x="126720" y="773208"/>
                  </a:lnTo>
                  <a:lnTo>
                    <a:pt x="114792" y="728514"/>
                  </a:lnTo>
                  <a:lnTo>
                    <a:pt x="104925" y="682936"/>
                  </a:lnTo>
                  <a:lnTo>
                    <a:pt x="96973" y="636842"/>
                  </a:lnTo>
                  <a:lnTo>
                    <a:pt x="90788" y="590601"/>
                  </a:lnTo>
                  <a:lnTo>
                    <a:pt x="86370" y="544213"/>
                  </a:lnTo>
                  <a:lnTo>
                    <a:pt x="83719" y="497678"/>
                  </a:lnTo>
                  <a:lnTo>
                    <a:pt x="82835" y="450995"/>
                  </a:lnTo>
                  <a:lnTo>
                    <a:pt x="83719" y="403981"/>
                  </a:lnTo>
                  <a:lnTo>
                    <a:pt x="86370" y="357188"/>
                  </a:lnTo>
                  <a:lnTo>
                    <a:pt x="90788" y="310616"/>
                  </a:lnTo>
                  <a:lnTo>
                    <a:pt x="96973" y="264264"/>
                  </a:lnTo>
                  <a:lnTo>
                    <a:pt x="104925" y="218134"/>
                  </a:lnTo>
                  <a:lnTo>
                    <a:pt x="114792" y="172593"/>
                  </a:lnTo>
                  <a:lnTo>
                    <a:pt x="126720" y="128009"/>
                  </a:lnTo>
                  <a:lnTo>
                    <a:pt x="140710" y="84382"/>
                  </a:lnTo>
                  <a:lnTo>
                    <a:pt x="156762" y="41712"/>
                  </a:lnTo>
                  <a:lnTo>
                    <a:pt x="174875" y="0"/>
                  </a:lnTo>
                  <a:close/>
                </a:path>
                <a:path w="2908300" h="902335">
                  <a:moveTo>
                    <a:pt x="353958" y="73631"/>
                  </a:moveTo>
                  <a:lnTo>
                    <a:pt x="275724" y="73631"/>
                  </a:lnTo>
                  <a:lnTo>
                    <a:pt x="275724" y="717911"/>
                  </a:lnTo>
                  <a:lnTo>
                    <a:pt x="353958" y="717911"/>
                  </a:lnTo>
                  <a:lnTo>
                    <a:pt x="353958" y="405383"/>
                  </a:lnTo>
                  <a:lnTo>
                    <a:pt x="330027" y="377363"/>
                  </a:lnTo>
                  <a:lnTo>
                    <a:pt x="353958" y="351127"/>
                  </a:lnTo>
                  <a:lnTo>
                    <a:pt x="353958" y="73631"/>
                  </a:lnTo>
                  <a:close/>
                </a:path>
                <a:path w="2908300" h="902335">
                  <a:moveTo>
                    <a:pt x="703709" y="73631"/>
                  </a:moveTo>
                  <a:lnTo>
                    <a:pt x="607067" y="73631"/>
                  </a:lnTo>
                  <a:lnTo>
                    <a:pt x="353958" y="351127"/>
                  </a:lnTo>
                  <a:lnTo>
                    <a:pt x="353958" y="405383"/>
                  </a:lnTo>
                  <a:lnTo>
                    <a:pt x="620873" y="717911"/>
                  </a:lnTo>
                  <a:lnTo>
                    <a:pt x="717515" y="717911"/>
                  </a:lnTo>
                  <a:lnTo>
                    <a:pt x="424828" y="375522"/>
                  </a:lnTo>
                  <a:lnTo>
                    <a:pt x="703709" y="73631"/>
                  </a:lnTo>
                  <a:close/>
                </a:path>
                <a:path w="2908300" h="902335">
                  <a:moveTo>
                    <a:pt x="353958" y="351127"/>
                  </a:moveTo>
                  <a:lnTo>
                    <a:pt x="330027" y="377363"/>
                  </a:lnTo>
                  <a:lnTo>
                    <a:pt x="353958" y="405383"/>
                  </a:lnTo>
                  <a:lnTo>
                    <a:pt x="353958" y="351127"/>
                  </a:lnTo>
                  <a:close/>
                </a:path>
                <a:path w="2908300" h="902335">
                  <a:moveTo>
                    <a:pt x="819155" y="0"/>
                  </a:moveTo>
                  <a:lnTo>
                    <a:pt x="750125" y="0"/>
                  </a:lnTo>
                  <a:lnTo>
                    <a:pt x="768533" y="41712"/>
                  </a:lnTo>
                  <a:lnTo>
                    <a:pt x="784732" y="84382"/>
                  </a:lnTo>
                  <a:lnTo>
                    <a:pt x="798722" y="128009"/>
                  </a:lnTo>
                  <a:lnTo>
                    <a:pt x="810503" y="172593"/>
                  </a:lnTo>
                  <a:lnTo>
                    <a:pt x="820075" y="218134"/>
                  </a:lnTo>
                  <a:lnTo>
                    <a:pt x="828027" y="264264"/>
                  </a:lnTo>
                  <a:lnTo>
                    <a:pt x="834212" y="310616"/>
                  </a:lnTo>
                  <a:lnTo>
                    <a:pt x="838630" y="357188"/>
                  </a:lnTo>
                  <a:lnTo>
                    <a:pt x="841281" y="403981"/>
                  </a:lnTo>
                  <a:lnTo>
                    <a:pt x="842165" y="450995"/>
                  </a:lnTo>
                  <a:lnTo>
                    <a:pt x="841281" y="497678"/>
                  </a:lnTo>
                  <a:lnTo>
                    <a:pt x="838630" y="544213"/>
                  </a:lnTo>
                  <a:lnTo>
                    <a:pt x="834212" y="590601"/>
                  </a:lnTo>
                  <a:lnTo>
                    <a:pt x="828027" y="636842"/>
                  </a:lnTo>
                  <a:lnTo>
                    <a:pt x="820075" y="682936"/>
                  </a:lnTo>
                  <a:lnTo>
                    <a:pt x="810503" y="728514"/>
                  </a:lnTo>
                  <a:lnTo>
                    <a:pt x="798722" y="773208"/>
                  </a:lnTo>
                  <a:lnTo>
                    <a:pt x="784732" y="817019"/>
                  </a:lnTo>
                  <a:lnTo>
                    <a:pt x="768533" y="859947"/>
                  </a:lnTo>
                  <a:lnTo>
                    <a:pt x="750125" y="901991"/>
                  </a:lnTo>
                  <a:lnTo>
                    <a:pt x="819155" y="901991"/>
                  </a:lnTo>
                  <a:lnTo>
                    <a:pt x="840029" y="859947"/>
                  </a:lnTo>
                  <a:lnTo>
                    <a:pt x="858474" y="817019"/>
                  </a:lnTo>
                  <a:lnTo>
                    <a:pt x="874489" y="773208"/>
                  </a:lnTo>
                  <a:lnTo>
                    <a:pt x="888074" y="728514"/>
                  </a:lnTo>
                  <a:lnTo>
                    <a:pt x="899229" y="682936"/>
                  </a:lnTo>
                  <a:lnTo>
                    <a:pt x="908507" y="636842"/>
                  </a:lnTo>
                  <a:lnTo>
                    <a:pt x="915723" y="590601"/>
                  </a:lnTo>
                  <a:lnTo>
                    <a:pt x="920877" y="544213"/>
                  </a:lnTo>
                  <a:lnTo>
                    <a:pt x="923970" y="497678"/>
                  </a:lnTo>
                  <a:lnTo>
                    <a:pt x="925000" y="450995"/>
                  </a:lnTo>
                  <a:lnTo>
                    <a:pt x="923970" y="403981"/>
                  </a:lnTo>
                  <a:lnTo>
                    <a:pt x="920877" y="357188"/>
                  </a:lnTo>
                  <a:lnTo>
                    <a:pt x="915723" y="310616"/>
                  </a:lnTo>
                  <a:lnTo>
                    <a:pt x="908507" y="264264"/>
                  </a:lnTo>
                  <a:lnTo>
                    <a:pt x="899229" y="218134"/>
                  </a:lnTo>
                  <a:lnTo>
                    <a:pt x="888074" y="172593"/>
                  </a:lnTo>
                  <a:lnTo>
                    <a:pt x="874489" y="128009"/>
                  </a:lnTo>
                  <a:lnTo>
                    <a:pt x="858474" y="84382"/>
                  </a:lnTo>
                  <a:lnTo>
                    <a:pt x="840029" y="41712"/>
                  </a:lnTo>
                  <a:lnTo>
                    <a:pt x="819155" y="0"/>
                  </a:lnTo>
                  <a:close/>
                </a:path>
                <a:path w="2908300" h="902335">
                  <a:moveTo>
                    <a:pt x="1196123" y="464801"/>
                  </a:moveTo>
                  <a:lnTo>
                    <a:pt x="1012043" y="464801"/>
                  </a:lnTo>
                  <a:lnTo>
                    <a:pt x="1012043" y="533831"/>
                  </a:lnTo>
                  <a:lnTo>
                    <a:pt x="1196123" y="533831"/>
                  </a:lnTo>
                  <a:lnTo>
                    <a:pt x="1196123" y="464801"/>
                  </a:lnTo>
                  <a:close/>
                </a:path>
                <a:path w="2908300" h="902335">
                  <a:moveTo>
                    <a:pt x="1352555" y="73631"/>
                  </a:moveTo>
                  <a:lnTo>
                    <a:pt x="1274321" y="73631"/>
                  </a:lnTo>
                  <a:lnTo>
                    <a:pt x="1274321" y="717911"/>
                  </a:lnTo>
                  <a:lnTo>
                    <a:pt x="1352555" y="717911"/>
                  </a:lnTo>
                  <a:lnTo>
                    <a:pt x="1352555" y="73631"/>
                  </a:lnTo>
                  <a:close/>
                </a:path>
                <a:path w="2908300" h="902335">
                  <a:moveTo>
                    <a:pt x="1543185" y="73631"/>
                  </a:moveTo>
                  <a:lnTo>
                    <a:pt x="1499926" y="73631"/>
                  </a:lnTo>
                  <a:lnTo>
                    <a:pt x="1499926" y="717911"/>
                  </a:lnTo>
                  <a:lnTo>
                    <a:pt x="1543185" y="717911"/>
                  </a:lnTo>
                  <a:lnTo>
                    <a:pt x="1543185" y="639677"/>
                  </a:lnTo>
                  <a:lnTo>
                    <a:pt x="1578160" y="639677"/>
                  </a:lnTo>
                  <a:lnTo>
                    <a:pt x="1578160" y="151865"/>
                  </a:lnTo>
                  <a:lnTo>
                    <a:pt x="1543185" y="151865"/>
                  </a:lnTo>
                  <a:lnTo>
                    <a:pt x="1543185" y="73631"/>
                  </a:lnTo>
                  <a:close/>
                </a:path>
                <a:path w="2908300" h="902335">
                  <a:moveTo>
                    <a:pt x="1578160" y="639677"/>
                  </a:moveTo>
                  <a:lnTo>
                    <a:pt x="1543185" y="639677"/>
                  </a:lnTo>
                  <a:lnTo>
                    <a:pt x="1543185" y="717911"/>
                  </a:lnTo>
                  <a:lnTo>
                    <a:pt x="1578160" y="717911"/>
                  </a:lnTo>
                  <a:lnTo>
                    <a:pt x="1578160" y="639677"/>
                  </a:lnTo>
                  <a:close/>
                </a:path>
                <a:path w="2908300" h="902335">
                  <a:moveTo>
                    <a:pt x="1693210" y="73631"/>
                  </a:moveTo>
                  <a:lnTo>
                    <a:pt x="1578160" y="73631"/>
                  </a:lnTo>
                  <a:lnTo>
                    <a:pt x="1578160" y="151865"/>
                  </a:lnTo>
                  <a:lnTo>
                    <a:pt x="1693210" y="151865"/>
                  </a:lnTo>
                  <a:lnTo>
                    <a:pt x="1719787" y="152958"/>
                  </a:lnTo>
                  <a:lnTo>
                    <a:pt x="1769488" y="161702"/>
                  </a:lnTo>
                  <a:lnTo>
                    <a:pt x="1814358" y="178614"/>
                  </a:lnTo>
                  <a:lnTo>
                    <a:pt x="1853014" y="203005"/>
                  </a:lnTo>
                  <a:lnTo>
                    <a:pt x="1885113" y="234644"/>
                  </a:lnTo>
                  <a:lnTo>
                    <a:pt x="1909964" y="272840"/>
                  </a:lnTo>
                  <a:lnTo>
                    <a:pt x="1927279" y="317767"/>
                  </a:lnTo>
                  <a:lnTo>
                    <a:pt x="1936023" y="368389"/>
                  </a:lnTo>
                  <a:lnTo>
                    <a:pt x="1937116" y="395771"/>
                  </a:lnTo>
                  <a:lnTo>
                    <a:pt x="1936023" y="423153"/>
                  </a:lnTo>
                  <a:lnTo>
                    <a:pt x="1927279" y="473775"/>
                  </a:lnTo>
                  <a:lnTo>
                    <a:pt x="1909964" y="518759"/>
                  </a:lnTo>
                  <a:lnTo>
                    <a:pt x="1885113" y="557416"/>
                  </a:lnTo>
                  <a:lnTo>
                    <a:pt x="1853014" y="589112"/>
                  </a:lnTo>
                  <a:lnTo>
                    <a:pt x="1814358" y="613503"/>
                  </a:lnTo>
                  <a:lnTo>
                    <a:pt x="1769488" y="630358"/>
                  </a:lnTo>
                  <a:lnTo>
                    <a:pt x="1719787" y="638641"/>
                  </a:lnTo>
                  <a:lnTo>
                    <a:pt x="1693210" y="639677"/>
                  </a:lnTo>
                  <a:lnTo>
                    <a:pt x="1578160" y="639677"/>
                  </a:lnTo>
                  <a:lnTo>
                    <a:pt x="1578160" y="717911"/>
                  </a:lnTo>
                  <a:lnTo>
                    <a:pt x="1693210" y="717911"/>
                  </a:lnTo>
                  <a:lnTo>
                    <a:pt x="1738827" y="715380"/>
                  </a:lnTo>
                  <a:lnTo>
                    <a:pt x="1781798" y="707786"/>
                  </a:lnTo>
                  <a:lnTo>
                    <a:pt x="1822123" y="695131"/>
                  </a:lnTo>
                  <a:lnTo>
                    <a:pt x="1859802" y="677413"/>
                  </a:lnTo>
                  <a:lnTo>
                    <a:pt x="1894202" y="655209"/>
                  </a:lnTo>
                  <a:lnTo>
                    <a:pt x="1924690" y="629092"/>
                  </a:lnTo>
                  <a:lnTo>
                    <a:pt x="1951267" y="599064"/>
                  </a:lnTo>
                  <a:lnTo>
                    <a:pt x="1973932" y="565125"/>
                  </a:lnTo>
                  <a:lnTo>
                    <a:pt x="1992052" y="527273"/>
                  </a:lnTo>
                  <a:lnTo>
                    <a:pt x="2004995" y="486430"/>
                  </a:lnTo>
                  <a:lnTo>
                    <a:pt x="2012761" y="442596"/>
                  </a:lnTo>
                  <a:lnTo>
                    <a:pt x="2015350" y="395771"/>
                  </a:lnTo>
                  <a:lnTo>
                    <a:pt x="2012761" y="349003"/>
                  </a:lnTo>
                  <a:lnTo>
                    <a:pt x="2004995" y="305342"/>
                  </a:lnTo>
                  <a:lnTo>
                    <a:pt x="1992052" y="264787"/>
                  </a:lnTo>
                  <a:lnTo>
                    <a:pt x="1973932" y="227338"/>
                  </a:lnTo>
                  <a:lnTo>
                    <a:pt x="1951267" y="192996"/>
                  </a:lnTo>
                  <a:lnTo>
                    <a:pt x="1924690" y="162680"/>
                  </a:lnTo>
                  <a:lnTo>
                    <a:pt x="1894202" y="136391"/>
                  </a:lnTo>
                  <a:lnTo>
                    <a:pt x="1859802" y="114129"/>
                  </a:lnTo>
                  <a:lnTo>
                    <a:pt x="1822123" y="96411"/>
                  </a:lnTo>
                  <a:lnTo>
                    <a:pt x="1781798" y="83756"/>
                  </a:lnTo>
                  <a:lnTo>
                    <a:pt x="1738827" y="76163"/>
                  </a:lnTo>
                  <a:lnTo>
                    <a:pt x="1693210" y="73631"/>
                  </a:lnTo>
                  <a:close/>
                </a:path>
                <a:path w="2908300" h="902335">
                  <a:moveTo>
                    <a:pt x="1578160" y="73631"/>
                  </a:moveTo>
                  <a:lnTo>
                    <a:pt x="1543185" y="73631"/>
                  </a:lnTo>
                  <a:lnTo>
                    <a:pt x="1543185" y="151865"/>
                  </a:lnTo>
                  <a:lnTo>
                    <a:pt x="1578160" y="151865"/>
                  </a:lnTo>
                  <a:lnTo>
                    <a:pt x="1578160" y="73631"/>
                  </a:lnTo>
                  <a:close/>
                </a:path>
                <a:path w="2908300" h="902335">
                  <a:moveTo>
                    <a:pt x="2203744" y="73631"/>
                  </a:moveTo>
                  <a:lnTo>
                    <a:pt x="2125510" y="73631"/>
                  </a:lnTo>
                  <a:lnTo>
                    <a:pt x="2125510" y="717911"/>
                  </a:lnTo>
                  <a:lnTo>
                    <a:pt x="2456854" y="717911"/>
                  </a:lnTo>
                  <a:lnTo>
                    <a:pt x="2456854" y="644279"/>
                  </a:lnTo>
                  <a:lnTo>
                    <a:pt x="2203744" y="644279"/>
                  </a:lnTo>
                  <a:lnTo>
                    <a:pt x="2203744" y="73631"/>
                  </a:lnTo>
                  <a:close/>
                </a:path>
                <a:path w="2908300" h="902335">
                  <a:moveTo>
                    <a:pt x="2583128" y="73631"/>
                  </a:moveTo>
                  <a:lnTo>
                    <a:pt x="2539869" y="73631"/>
                  </a:lnTo>
                  <a:lnTo>
                    <a:pt x="2539869" y="717911"/>
                  </a:lnTo>
                  <a:lnTo>
                    <a:pt x="2583128" y="717911"/>
                  </a:lnTo>
                  <a:lnTo>
                    <a:pt x="2583128" y="644279"/>
                  </a:lnTo>
                  <a:lnTo>
                    <a:pt x="2618103" y="644279"/>
                  </a:lnTo>
                  <a:lnTo>
                    <a:pt x="2618103" y="404975"/>
                  </a:lnTo>
                  <a:lnTo>
                    <a:pt x="2583128" y="404975"/>
                  </a:lnTo>
                  <a:lnTo>
                    <a:pt x="2583128" y="331343"/>
                  </a:lnTo>
                  <a:lnTo>
                    <a:pt x="2618103" y="331343"/>
                  </a:lnTo>
                  <a:lnTo>
                    <a:pt x="2618103" y="147263"/>
                  </a:lnTo>
                  <a:lnTo>
                    <a:pt x="2583128" y="147263"/>
                  </a:lnTo>
                  <a:lnTo>
                    <a:pt x="2583128" y="73631"/>
                  </a:lnTo>
                  <a:close/>
                </a:path>
                <a:path w="2908300" h="902335">
                  <a:moveTo>
                    <a:pt x="2618103" y="644279"/>
                  </a:moveTo>
                  <a:lnTo>
                    <a:pt x="2583128" y="644279"/>
                  </a:lnTo>
                  <a:lnTo>
                    <a:pt x="2583128" y="717911"/>
                  </a:lnTo>
                  <a:lnTo>
                    <a:pt x="2618103" y="717911"/>
                  </a:lnTo>
                  <a:lnTo>
                    <a:pt x="2618103" y="644279"/>
                  </a:lnTo>
                  <a:close/>
                </a:path>
                <a:path w="2908300" h="902335">
                  <a:moveTo>
                    <a:pt x="2908029" y="644279"/>
                  </a:moveTo>
                  <a:lnTo>
                    <a:pt x="2618103" y="644279"/>
                  </a:lnTo>
                  <a:lnTo>
                    <a:pt x="2618103" y="717911"/>
                  </a:lnTo>
                  <a:lnTo>
                    <a:pt x="2908029" y="717911"/>
                  </a:lnTo>
                  <a:lnTo>
                    <a:pt x="2908029" y="644279"/>
                  </a:lnTo>
                  <a:close/>
                </a:path>
                <a:path w="2908300" h="902335">
                  <a:moveTo>
                    <a:pt x="2618103" y="331343"/>
                  </a:moveTo>
                  <a:lnTo>
                    <a:pt x="2583128" y="331343"/>
                  </a:lnTo>
                  <a:lnTo>
                    <a:pt x="2583128" y="404975"/>
                  </a:lnTo>
                  <a:lnTo>
                    <a:pt x="2618103" y="404975"/>
                  </a:lnTo>
                  <a:lnTo>
                    <a:pt x="2618103" y="331343"/>
                  </a:lnTo>
                  <a:close/>
                </a:path>
                <a:path w="2908300" h="902335">
                  <a:moveTo>
                    <a:pt x="2889621" y="331343"/>
                  </a:moveTo>
                  <a:lnTo>
                    <a:pt x="2618103" y="331343"/>
                  </a:lnTo>
                  <a:lnTo>
                    <a:pt x="2618103" y="404975"/>
                  </a:lnTo>
                  <a:lnTo>
                    <a:pt x="2889621" y="404975"/>
                  </a:lnTo>
                  <a:lnTo>
                    <a:pt x="2889621" y="331343"/>
                  </a:lnTo>
                  <a:close/>
                </a:path>
                <a:path w="2908300" h="902335">
                  <a:moveTo>
                    <a:pt x="2618103" y="73631"/>
                  </a:moveTo>
                  <a:lnTo>
                    <a:pt x="2583128" y="73631"/>
                  </a:lnTo>
                  <a:lnTo>
                    <a:pt x="2583128" y="147263"/>
                  </a:lnTo>
                  <a:lnTo>
                    <a:pt x="2618103" y="147263"/>
                  </a:lnTo>
                  <a:lnTo>
                    <a:pt x="2618103" y="73631"/>
                  </a:lnTo>
                  <a:close/>
                </a:path>
                <a:path w="2908300" h="902335">
                  <a:moveTo>
                    <a:pt x="2908029" y="73631"/>
                  </a:moveTo>
                  <a:lnTo>
                    <a:pt x="2618103" y="73631"/>
                  </a:lnTo>
                  <a:lnTo>
                    <a:pt x="2618103" y="147263"/>
                  </a:lnTo>
                  <a:lnTo>
                    <a:pt x="2908029" y="147263"/>
                  </a:lnTo>
                  <a:lnTo>
                    <a:pt x="2908029" y="736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413387" y="9319087"/>
              <a:ext cx="5528945" cy="1057910"/>
            </a:xfrm>
            <a:custGeom>
              <a:avLst/>
              <a:gdLst/>
              <a:ahLst/>
              <a:cxnLst/>
              <a:rect l="l" t="t" r="r" b="b"/>
              <a:pathLst>
                <a:path w="5528945" h="1057909">
                  <a:moveTo>
                    <a:pt x="5528627" y="0"/>
                  </a:moveTo>
                  <a:lnTo>
                    <a:pt x="0" y="0"/>
                  </a:lnTo>
                  <a:lnTo>
                    <a:pt x="0" y="1057559"/>
                  </a:lnTo>
                  <a:lnTo>
                    <a:pt x="5528627" y="1057559"/>
                  </a:lnTo>
                  <a:lnTo>
                    <a:pt x="5528627" y="0"/>
                  </a:lnTo>
                  <a:close/>
                </a:path>
              </a:pathLst>
            </a:custGeom>
            <a:solidFill>
              <a:srgbClr val="0F17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24174" y="9621905"/>
              <a:ext cx="5429530" cy="41757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13387" y="1057559"/>
              <a:ext cx="5696161" cy="98426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403186" y="7359721"/>
              <a:ext cx="2681059" cy="295961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957812" y="10850454"/>
              <a:ext cx="62865" cy="186055"/>
            </a:xfrm>
            <a:custGeom>
              <a:avLst/>
              <a:gdLst/>
              <a:ahLst/>
              <a:cxnLst/>
              <a:rect l="l" t="t" r="r" b="b"/>
              <a:pathLst>
                <a:path w="62865" h="186054">
                  <a:moveTo>
                    <a:pt x="62825" y="0"/>
                  </a:moveTo>
                  <a:lnTo>
                    <a:pt x="0" y="15706"/>
                  </a:lnTo>
                  <a:lnTo>
                    <a:pt x="0" y="38742"/>
                  </a:lnTo>
                  <a:lnTo>
                    <a:pt x="40574" y="26700"/>
                  </a:lnTo>
                  <a:lnTo>
                    <a:pt x="40574" y="185858"/>
                  </a:lnTo>
                  <a:lnTo>
                    <a:pt x="62825" y="185858"/>
                  </a:lnTo>
                  <a:lnTo>
                    <a:pt x="628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03533" y="1340273"/>
            <a:ext cx="11497032" cy="6471007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6156880" y="8240586"/>
            <a:ext cx="7706995" cy="2795905"/>
            <a:chOff x="6156880" y="8240586"/>
            <a:chExt cx="7706995" cy="279590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56880" y="8240586"/>
              <a:ext cx="7706571" cy="256536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42105" y="10850193"/>
              <a:ext cx="129315" cy="186120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9417" y="712020"/>
            <a:ext cx="4094116" cy="386375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083280" y="7046905"/>
            <a:ext cx="3476333" cy="35391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37AA1D9-0864-5548-222E-14119DAD9447}"/>
              </a:ext>
            </a:extLst>
          </p:cNvPr>
          <p:cNvSpPr/>
          <p:nvPr/>
        </p:nvSpPr>
        <p:spPr>
          <a:xfrm>
            <a:off x="0" y="31115"/>
            <a:ext cx="20104100" cy="11309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12">
            <a:hlinkClick r:id="" action="ppaction://media"/>
            <a:extLst>
              <a:ext uri="{FF2B5EF4-FFF2-40B4-BE49-F238E27FC236}">
                <a16:creationId xmlns:a16="http://schemas.microsoft.com/office/drawing/2014/main" id="{DC2FD282-F829-613A-4AD9-27E4341749F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651250" y="701675"/>
            <a:ext cx="12926380" cy="10210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396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83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1660" y="2209356"/>
            <a:ext cx="6073112" cy="786363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62085" y="2408303"/>
            <a:ext cx="5769457" cy="766468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848042" y="1978919"/>
            <a:ext cx="18774410" cy="83820"/>
          </a:xfrm>
          <a:custGeom>
            <a:avLst/>
            <a:gdLst/>
            <a:ahLst/>
            <a:cxnLst/>
            <a:rect l="l" t="t" r="r" b="b"/>
            <a:pathLst>
              <a:path w="18774410" h="83819">
                <a:moveTo>
                  <a:pt x="18774385" y="41910"/>
                </a:moveTo>
                <a:lnTo>
                  <a:pt x="18774334" y="21590"/>
                </a:lnTo>
                <a:lnTo>
                  <a:pt x="18774283" y="0"/>
                </a:lnTo>
                <a:lnTo>
                  <a:pt x="0" y="41884"/>
                </a:lnTo>
                <a:lnTo>
                  <a:pt x="50" y="63474"/>
                </a:lnTo>
                <a:lnTo>
                  <a:pt x="88" y="83794"/>
                </a:lnTo>
                <a:lnTo>
                  <a:pt x="18774385" y="41910"/>
                </a:lnTo>
                <a:close/>
              </a:path>
            </a:pathLst>
          </a:custGeom>
          <a:solidFill>
            <a:srgbClr val="FFFFFF">
              <a:alpha val="2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2230" y="946567"/>
            <a:ext cx="9842431" cy="57171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852980" y="2376890"/>
            <a:ext cx="5717102" cy="758092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52576" y="10850454"/>
            <a:ext cx="115441" cy="188475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1057559" y="8648951"/>
            <a:ext cx="5026025" cy="1036955"/>
            <a:chOff x="1057559" y="8648951"/>
            <a:chExt cx="5026025" cy="1036955"/>
          </a:xfrm>
        </p:grpSpPr>
        <p:sp>
          <p:nvSpPr>
            <p:cNvPr id="9" name="object 9"/>
            <p:cNvSpPr/>
            <p:nvPr/>
          </p:nvSpPr>
          <p:spPr>
            <a:xfrm>
              <a:off x="1057559" y="8648951"/>
              <a:ext cx="5026025" cy="1036955"/>
            </a:xfrm>
            <a:custGeom>
              <a:avLst/>
              <a:gdLst/>
              <a:ahLst/>
              <a:cxnLst/>
              <a:rect l="l" t="t" r="r" b="b"/>
              <a:pathLst>
                <a:path w="5026025" h="1036954">
                  <a:moveTo>
                    <a:pt x="5026024" y="0"/>
                  </a:moveTo>
                  <a:lnTo>
                    <a:pt x="0" y="0"/>
                  </a:lnTo>
                  <a:lnTo>
                    <a:pt x="0" y="1036617"/>
                  </a:lnTo>
                  <a:lnTo>
                    <a:pt x="5026024" y="1036617"/>
                  </a:lnTo>
                  <a:lnTo>
                    <a:pt x="5026024" y="0"/>
                  </a:lnTo>
                  <a:close/>
                </a:path>
              </a:pathLst>
            </a:custGeom>
            <a:solidFill>
              <a:srgbClr val="1823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81178" y="8724194"/>
              <a:ext cx="3606649" cy="755516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1109913" y="7895047"/>
            <a:ext cx="3014345" cy="492759"/>
            <a:chOff x="1109913" y="7895047"/>
            <a:chExt cx="3014345" cy="492759"/>
          </a:xfrm>
        </p:grpSpPr>
        <p:sp>
          <p:nvSpPr>
            <p:cNvPr id="12" name="object 12"/>
            <p:cNvSpPr/>
            <p:nvPr/>
          </p:nvSpPr>
          <p:spPr>
            <a:xfrm>
              <a:off x="1109913" y="7895047"/>
              <a:ext cx="2461260" cy="492759"/>
            </a:xfrm>
            <a:custGeom>
              <a:avLst/>
              <a:gdLst/>
              <a:ahLst/>
              <a:cxnLst/>
              <a:rect l="l" t="t" r="r" b="b"/>
              <a:pathLst>
                <a:path w="2461260" h="492759">
                  <a:moveTo>
                    <a:pt x="2460658" y="0"/>
                  </a:moveTo>
                  <a:lnTo>
                    <a:pt x="0" y="0"/>
                  </a:lnTo>
                  <a:lnTo>
                    <a:pt x="0" y="492131"/>
                  </a:lnTo>
                  <a:lnTo>
                    <a:pt x="2460658" y="492131"/>
                  </a:lnTo>
                  <a:lnTo>
                    <a:pt x="2460658" y="0"/>
                  </a:lnTo>
                  <a:close/>
                </a:path>
              </a:pathLst>
            </a:custGeom>
            <a:solidFill>
              <a:srgbClr val="1822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189073" y="7932533"/>
              <a:ext cx="2934970" cy="318770"/>
            </a:xfrm>
            <a:custGeom>
              <a:avLst/>
              <a:gdLst/>
              <a:ahLst/>
              <a:cxnLst/>
              <a:rect l="l" t="t" r="r" b="b"/>
              <a:pathLst>
                <a:path w="2934970" h="318770">
                  <a:moveTo>
                    <a:pt x="111075" y="8167"/>
                  </a:moveTo>
                  <a:lnTo>
                    <a:pt x="42878" y="8167"/>
                  </a:lnTo>
                  <a:lnTo>
                    <a:pt x="42674" y="30167"/>
                  </a:lnTo>
                  <a:lnTo>
                    <a:pt x="42061" y="49207"/>
                  </a:lnTo>
                  <a:lnTo>
                    <a:pt x="37620" y="89304"/>
                  </a:lnTo>
                  <a:lnTo>
                    <a:pt x="16232" y="123019"/>
                  </a:lnTo>
                  <a:lnTo>
                    <a:pt x="0" y="130676"/>
                  </a:lnTo>
                  <a:lnTo>
                    <a:pt x="16334" y="183764"/>
                  </a:lnTo>
                  <a:lnTo>
                    <a:pt x="34685" y="179195"/>
                  </a:lnTo>
                  <a:lnTo>
                    <a:pt x="50943" y="172023"/>
                  </a:lnTo>
                  <a:lnTo>
                    <a:pt x="65108" y="162248"/>
                  </a:lnTo>
                  <a:lnTo>
                    <a:pt x="77180" y="149869"/>
                  </a:lnTo>
                  <a:lnTo>
                    <a:pt x="148047" y="149869"/>
                  </a:lnTo>
                  <a:lnTo>
                    <a:pt x="153953" y="130676"/>
                  </a:lnTo>
                  <a:lnTo>
                    <a:pt x="145173" y="127128"/>
                  </a:lnTo>
                  <a:lnTo>
                    <a:pt x="137618" y="123019"/>
                  </a:lnTo>
                  <a:lnTo>
                    <a:pt x="116307" y="89304"/>
                  </a:lnTo>
                  <a:lnTo>
                    <a:pt x="111891" y="49207"/>
                  </a:lnTo>
                  <a:lnTo>
                    <a:pt x="111279" y="30167"/>
                  </a:lnTo>
                  <a:lnTo>
                    <a:pt x="111075" y="8167"/>
                  </a:lnTo>
                  <a:close/>
                </a:path>
                <a:path w="2934970" h="318770">
                  <a:moveTo>
                    <a:pt x="148047" y="149869"/>
                  </a:moveTo>
                  <a:lnTo>
                    <a:pt x="77180" y="149869"/>
                  </a:lnTo>
                  <a:lnTo>
                    <a:pt x="89074" y="162248"/>
                  </a:lnTo>
                  <a:lnTo>
                    <a:pt x="103112" y="172023"/>
                  </a:lnTo>
                  <a:lnTo>
                    <a:pt x="119293" y="179195"/>
                  </a:lnTo>
                  <a:lnTo>
                    <a:pt x="137618" y="183764"/>
                  </a:lnTo>
                  <a:lnTo>
                    <a:pt x="148047" y="149869"/>
                  </a:lnTo>
                  <a:close/>
                </a:path>
                <a:path w="2934970" h="318770">
                  <a:moveTo>
                    <a:pt x="226233" y="8167"/>
                  </a:moveTo>
                  <a:lnTo>
                    <a:pt x="158037" y="8167"/>
                  </a:lnTo>
                  <a:lnTo>
                    <a:pt x="158037" y="183764"/>
                  </a:lnTo>
                  <a:lnTo>
                    <a:pt x="226233" y="183764"/>
                  </a:lnTo>
                  <a:lnTo>
                    <a:pt x="226233" y="126593"/>
                  </a:lnTo>
                  <a:lnTo>
                    <a:pt x="307090" y="126593"/>
                  </a:lnTo>
                  <a:lnTo>
                    <a:pt x="307090" y="65338"/>
                  </a:lnTo>
                  <a:lnTo>
                    <a:pt x="226233" y="65338"/>
                  </a:lnTo>
                  <a:lnTo>
                    <a:pt x="226233" y="8167"/>
                  </a:lnTo>
                  <a:close/>
                </a:path>
                <a:path w="2934970" h="318770">
                  <a:moveTo>
                    <a:pt x="307090" y="126593"/>
                  </a:moveTo>
                  <a:lnTo>
                    <a:pt x="238484" y="126593"/>
                  </a:lnTo>
                  <a:lnTo>
                    <a:pt x="238484" y="183764"/>
                  </a:lnTo>
                  <a:lnTo>
                    <a:pt x="307090" y="183764"/>
                  </a:lnTo>
                  <a:lnTo>
                    <a:pt x="307090" y="126593"/>
                  </a:lnTo>
                  <a:close/>
                </a:path>
                <a:path w="2934970" h="318770">
                  <a:moveTo>
                    <a:pt x="307090" y="8167"/>
                  </a:moveTo>
                  <a:lnTo>
                    <a:pt x="238484" y="8167"/>
                  </a:lnTo>
                  <a:lnTo>
                    <a:pt x="238484" y="65338"/>
                  </a:lnTo>
                  <a:lnTo>
                    <a:pt x="307090" y="65338"/>
                  </a:lnTo>
                  <a:lnTo>
                    <a:pt x="307090" y="8167"/>
                  </a:lnTo>
                  <a:close/>
                </a:path>
                <a:path w="2934970" h="318770">
                  <a:moveTo>
                    <a:pt x="242976" y="192748"/>
                  </a:moveTo>
                  <a:lnTo>
                    <a:pt x="93515" y="192748"/>
                  </a:lnTo>
                  <a:lnTo>
                    <a:pt x="80218" y="193871"/>
                  </a:lnTo>
                  <a:lnTo>
                    <a:pt x="39509" y="220108"/>
                  </a:lnTo>
                  <a:lnTo>
                    <a:pt x="29402" y="255636"/>
                  </a:lnTo>
                  <a:lnTo>
                    <a:pt x="30525" y="268729"/>
                  </a:lnTo>
                  <a:lnTo>
                    <a:pt x="57145" y="308647"/>
                  </a:lnTo>
                  <a:lnTo>
                    <a:pt x="93515" y="318524"/>
                  </a:lnTo>
                  <a:lnTo>
                    <a:pt x="242976" y="318524"/>
                  </a:lnTo>
                  <a:lnTo>
                    <a:pt x="288713" y="300964"/>
                  </a:lnTo>
                  <a:lnTo>
                    <a:pt x="306409" y="263395"/>
                  </a:lnTo>
                  <a:lnTo>
                    <a:pt x="111755" y="263395"/>
                  </a:lnTo>
                  <a:lnTo>
                    <a:pt x="109850" y="262714"/>
                  </a:lnTo>
                  <a:lnTo>
                    <a:pt x="108216" y="261353"/>
                  </a:lnTo>
                  <a:lnTo>
                    <a:pt x="106855" y="259719"/>
                  </a:lnTo>
                  <a:lnTo>
                    <a:pt x="106174" y="257814"/>
                  </a:lnTo>
                  <a:lnTo>
                    <a:pt x="106174" y="253458"/>
                  </a:lnTo>
                  <a:lnTo>
                    <a:pt x="106855" y="251688"/>
                  </a:lnTo>
                  <a:lnTo>
                    <a:pt x="109850" y="248694"/>
                  </a:lnTo>
                  <a:lnTo>
                    <a:pt x="111755" y="247877"/>
                  </a:lnTo>
                  <a:lnTo>
                    <a:pt x="306408" y="247877"/>
                  </a:lnTo>
                  <a:lnTo>
                    <a:pt x="305941" y="242568"/>
                  </a:lnTo>
                  <a:lnTo>
                    <a:pt x="279117" y="202855"/>
                  </a:lnTo>
                  <a:lnTo>
                    <a:pt x="256248" y="193871"/>
                  </a:lnTo>
                  <a:lnTo>
                    <a:pt x="242976" y="192748"/>
                  </a:lnTo>
                  <a:close/>
                </a:path>
                <a:path w="2934970" h="318770">
                  <a:moveTo>
                    <a:pt x="306408" y="247877"/>
                  </a:moveTo>
                  <a:lnTo>
                    <a:pt x="224736" y="247877"/>
                  </a:lnTo>
                  <a:lnTo>
                    <a:pt x="226506" y="248694"/>
                  </a:lnTo>
                  <a:lnTo>
                    <a:pt x="227867" y="250327"/>
                  </a:lnTo>
                  <a:lnTo>
                    <a:pt x="229500" y="251688"/>
                  </a:lnTo>
                  <a:lnTo>
                    <a:pt x="230317" y="253458"/>
                  </a:lnTo>
                  <a:lnTo>
                    <a:pt x="230317" y="257814"/>
                  </a:lnTo>
                  <a:lnTo>
                    <a:pt x="229500" y="259719"/>
                  </a:lnTo>
                  <a:lnTo>
                    <a:pt x="226506" y="262714"/>
                  </a:lnTo>
                  <a:lnTo>
                    <a:pt x="224736" y="263395"/>
                  </a:lnTo>
                  <a:lnTo>
                    <a:pt x="306409" y="263395"/>
                  </a:lnTo>
                  <a:lnTo>
                    <a:pt x="307090" y="255636"/>
                  </a:lnTo>
                  <a:lnTo>
                    <a:pt x="306408" y="247877"/>
                  </a:lnTo>
                  <a:close/>
                </a:path>
                <a:path w="2934970" h="318770">
                  <a:moveTo>
                    <a:pt x="649937" y="159670"/>
                  </a:moveTo>
                  <a:lnTo>
                    <a:pt x="355915" y="159670"/>
                  </a:lnTo>
                  <a:lnTo>
                    <a:pt x="355915" y="213166"/>
                  </a:lnTo>
                  <a:lnTo>
                    <a:pt x="649937" y="213166"/>
                  </a:lnTo>
                  <a:lnTo>
                    <a:pt x="649937" y="159670"/>
                  </a:lnTo>
                  <a:close/>
                </a:path>
                <a:path w="2934970" h="318770">
                  <a:moveTo>
                    <a:pt x="541312" y="139252"/>
                  </a:moveTo>
                  <a:lnTo>
                    <a:pt x="464540" y="139252"/>
                  </a:lnTo>
                  <a:lnTo>
                    <a:pt x="464540" y="159670"/>
                  </a:lnTo>
                  <a:lnTo>
                    <a:pt x="541312" y="159670"/>
                  </a:lnTo>
                  <a:lnTo>
                    <a:pt x="541312" y="139252"/>
                  </a:lnTo>
                  <a:close/>
                </a:path>
                <a:path w="2934970" h="318770">
                  <a:moveTo>
                    <a:pt x="549888" y="65746"/>
                  </a:moveTo>
                  <a:lnTo>
                    <a:pt x="455964" y="65746"/>
                  </a:lnTo>
                  <a:lnTo>
                    <a:pt x="449839" y="72331"/>
                  </a:lnTo>
                  <a:lnTo>
                    <a:pt x="442080" y="77793"/>
                  </a:lnTo>
                  <a:lnTo>
                    <a:pt x="394607" y="89023"/>
                  </a:lnTo>
                  <a:lnTo>
                    <a:pt x="359998" y="90248"/>
                  </a:lnTo>
                  <a:lnTo>
                    <a:pt x="368166" y="143335"/>
                  </a:lnTo>
                  <a:lnTo>
                    <a:pt x="410738" y="141447"/>
                  </a:lnTo>
                  <a:lnTo>
                    <a:pt x="447388" y="135781"/>
                  </a:lnTo>
                  <a:lnTo>
                    <a:pt x="478118" y="126337"/>
                  </a:lnTo>
                  <a:lnTo>
                    <a:pt x="502926" y="113116"/>
                  </a:lnTo>
                  <a:lnTo>
                    <a:pt x="642335" y="113116"/>
                  </a:lnTo>
                  <a:lnTo>
                    <a:pt x="645854" y="90248"/>
                  </a:lnTo>
                  <a:lnTo>
                    <a:pt x="627579" y="89942"/>
                  </a:lnTo>
                  <a:lnTo>
                    <a:pt x="611143" y="89023"/>
                  </a:lnTo>
                  <a:lnTo>
                    <a:pt x="572935" y="82132"/>
                  </a:lnTo>
                  <a:lnTo>
                    <a:pt x="555988" y="72331"/>
                  </a:lnTo>
                  <a:lnTo>
                    <a:pt x="549888" y="65746"/>
                  </a:lnTo>
                  <a:close/>
                </a:path>
                <a:path w="2934970" h="318770">
                  <a:moveTo>
                    <a:pt x="642335" y="113116"/>
                  </a:moveTo>
                  <a:lnTo>
                    <a:pt x="502926" y="113116"/>
                  </a:lnTo>
                  <a:lnTo>
                    <a:pt x="527734" y="126337"/>
                  </a:lnTo>
                  <a:lnTo>
                    <a:pt x="558464" y="135781"/>
                  </a:lnTo>
                  <a:lnTo>
                    <a:pt x="595114" y="141447"/>
                  </a:lnTo>
                  <a:lnTo>
                    <a:pt x="637686" y="143335"/>
                  </a:lnTo>
                  <a:lnTo>
                    <a:pt x="642335" y="113116"/>
                  </a:lnTo>
                  <a:close/>
                </a:path>
                <a:path w="2934970" h="318770">
                  <a:moveTo>
                    <a:pt x="641770" y="12250"/>
                  </a:moveTo>
                  <a:lnTo>
                    <a:pt x="364082" y="12250"/>
                  </a:lnTo>
                  <a:lnTo>
                    <a:pt x="364082" y="65746"/>
                  </a:lnTo>
                  <a:lnTo>
                    <a:pt x="641770" y="65746"/>
                  </a:lnTo>
                  <a:lnTo>
                    <a:pt x="641770" y="12250"/>
                  </a:lnTo>
                  <a:close/>
                </a:path>
                <a:path w="2934970" h="318770">
                  <a:moveTo>
                    <a:pt x="440855" y="229500"/>
                  </a:moveTo>
                  <a:lnTo>
                    <a:pt x="364082" y="229500"/>
                  </a:lnTo>
                  <a:lnTo>
                    <a:pt x="364082" y="318524"/>
                  </a:lnTo>
                  <a:lnTo>
                    <a:pt x="641770" y="318524"/>
                  </a:lnTo>
                  <a:lnTo>
                    <a:pt x="641770" y="265436"/>
                  </a:lnTo>
                  <a:lnTo>
                    <a:pt x="440855" y="265436"/>
                  </a:lnTo>
                  <a:lnTo>
                    <a:pt x="440855" y="229500"/>
                  </a:lnTo>
                  <a:close/>
                </a:path>
                <a:path w="2934970" h="318770">
                  <a:moveTo>
                    <a:pt x="937770" y="11434"/>
                  </a:moveTo>
                  <a:lnTo>
                    <a:pt x="754823" y="11434"/>
                  </a:lnTo>
                  <a:lnTo>
                    <a:pt x="744537" y="12250"/>
                  </a:lnTo>
                  <a:lnTo>
                    <a:pt x="710311" y="39305"/>
                  </a:lnTo>
                  <a:lnTo>
                    <a:pt x="707044" y="58396"/>
                  </a:lnTo>
                  <a:lnTo>
                    <a:pt x="707861" y="68503"/>
                  </a:lnTo>
                  <a:lnTo>
                    <a:pt x="735324" y="102193"/>
                  </a:lnTo>
                  <a:lnTo>
                    <a:pt x="754823" y="105358"/>
                  </a:lnTo>
                  <a:lnTo>
                    <a:pt x="937770" y="105358"/>
                  </a:lnTo>
                  <a:lnTo>
                    <a:pt x="978198" y="85654"/>
                  </a:lnTo>
                  <a:lnTo>
                    <a:pt x="984988" y="65338"/>
                  </a:lnTo>
                  <a:lnTo>
                    <a:pt x="788853" y="65338"/>
                  </a:lnTo>
                  <a:lnTo>
                    <a:pt x="787220" y="64657"/>
                  </a:lnTo>
                  <a:lnTo>
                    <a:pt x="784498" y="61935"/>
                  </a:lnTo>
                  <a:lnTo>
                    <a:pt x="783817" y="60301"/>
                  </a:lnTo>
                  <a:lnTo>
                    <a:pt x="783817" y="56218"/>
                  </a:lnTo>
                  <a:lnTo>
                    <a:pt x="784498" y="54584"/>
                  </a:lnTo>
                  <a:lnTo>
                    <a:pt x="785859" y="53495"/>
                  </a:lnTo>
                  <a:lnTo>
                    <a:pt x="787220" y="52134"/>
                  </a:lnTo>
                  <a:lnTo>
                    <a:pt x="788853" y="51453"/>
                  </a:lnTo>
                  <a:lnTo>
                    <a:pt x="984987" y="51453"/>
                  </a:lnTo>
                  <a:lnTo>
                    <a:pt x="984732" y="48314"/>
                  </a:lnTo>
                  <a:lnTo>
                    <a:pt x="957270" y="14701"/>
                  </a:lnTo>
                  <a:lnTo>
                    <a:pt x="948056" y="12250"/>
                  </a:lnTo>
                  <a:lnTo>
                    <a:pt x="937770" y="11434"/>
                  </a:lnTo>
                  <a:close/>
                </a:path>
                <a:path w="2934970" h="318770">
                  <a:moveTo>
                    <a:pt x="984987" y="51453"/>
                  </a:moveTo>
                  <a:lnTo>
                    <a:pt x="904012" y="51453"/>
                  </a:lnTo>
                  <a:lnTo>
                    <a:pt x="905646" y="52134"/>
                  </a:lnTo>
                  <a:lnTo>
                    <a:pt x="906735" y="53495"/>
                  </a:lnTo>
                  <a:lnTo>
                    <a:pt x="908096" y="54584"/>
                  </a:lnTo>
                  <a:lnTo>
                    <a:pt x="908776" y="56218"/>
                  </a:lnTo>
                  <a:lnTo>
                    <a:pt x="908776" y="60301"/>
                  </a:lnTo>
                  <a:lnTo>
                    <a:pt x="908096" y="61935"/>
                  </a:lnTo>
                  <a:lnTo>
                    <a:pt x="906735" y="63296"/>
                  </a:lnTo>
                  <a:lnTo>
                    <a:pt x="905646" y="64657"/>
                  </a:lnTo>
                  <a:lnTo>
                    <a:pt x="904012" y="65338"/>
                  </a:lnTo>
                  <a:lnTo>
                    <a:pt x="984988" y="65338"/>
                  </a:lnTo>
                  <a:lnTo>
                    <a:pt x="985549" y="58396"/>
                  </a:lnTo>
                  <a:lnTo>
                    <a:pt x="984987" y="51453"/>
                  </a:lnTo>
                  <a:close/>
                </a:path>
                <a:path w="2934970" h="318770">
                  <a:moveTo>
                    <a:pt x="993716" y="118017"/>
                  </a:moveTo>
                  <a:lnTo>
                    <a:pt x="698877" y="118017"/>
                  </a:lnTo>
                  <a:lnTo>
                    <a:pt x="698877" y="162529"/>
                  </a:lnTo>
                  <a:lnTo>
                    <a:pt x="993716" y="162529"/>
                  </a:lnTo>
                  <a:lnTo>
                    <a:pt x="993716" y="118017"/>
                  </a:lnTo>
                  <a:close/>
                </a:path>
                <a:path w="2934970" h="318770">
                  <a:moveTo>
                    <a:pt x="985549" y="174371"/>
                  </a:moveTo>
                  <a:lnTo>
                    <a:pt x="707044" y="174371"/>
                  </a:lnTo>
                  <a:lnTo>
                    <a:pt x="707044" y="214391"/>
                  </a:lnTo>
                  <a:lnTo>
                    <a:pt x="908776" y="214391"/>
                  </a:lnTo>
                  <a:lnTo>
                    <a:pt x="908776" y="226233"/>
                  </a:lnTo>
                  <a:lnTo>
                    <a:pt x="707044" y="226233"/>
                  </a:lnTo>
                  <a:lnTo>
                    <a:pt x="707044" y="318524"/>
                  </a:lnTo>
                  <a:lnTo>
                    <a:pt x="989633" y="318524"/>
                  </a:lnTo>
                  <a:lnTo>
                    <a:pt x="989633" y="278096"/>
                  </a:lnTo>
                  <a:lnTo>
                    <a:pt x="783817" y="278096"/>
                  </a:lnTo>
                  <a:lnTo>
                    <a:pt x="783817" y="266662"/>
                  </a:lnTo>
                  <a:lnTo>
                    <a:pt x="985549" y="266662"/>
                  </a:lnTo>
                  <a:lnTo>
                    <a:pt x="985549" y="174371"/>
                  </a:lnTo>
                  <a:close/>
                </a:path>
                <a:path w="2934970" h="318770">
                  <a:moveTo>
                    <a:pt x="1451739" y="8167"/>
                  </a:moveTo>
                  <a:lnTo>
                    <a:pt x="1374558" y="8167"/>
                  </a:lnTo>
                  <a:lnTo>
                    <a:pt x="1374558" y="318524"/>
                  </a:lnTo>
                  <a:lnTo>
                    <a:pt x="1451739" y="318524"/>
                  </a:lnTo>
                  <a:lnTo>
                    <a:pt x="1451739" y="8167"/>
                  </a:lnTo>
                  <a:close/>
                </a:path>
                <a:path w="2934970" h="318770">
                  <a:moveTo>
                    <a:pt x="1258174" y="11434"/>
                  </a:moveTo>
                  <a:lnTo>
                    <a:pt x="1211212" y="21643"/>
                  </a:lnTo>
                  <a:lnTo>
                    <a:pt x="1180176" y="49820"/>
                  </a:lnTo>
                  <a:lnTo>
                    <a:pt x="1169150" y="91473"/>
                  </a:lnTo>
                  <a:lnTo>
                    <a:pt x="1169839" y="102984"/>
                  </a:lnTo>
                  <a:lnTo>
                    <a:pt x="1186251" y="142034"/>
                  </a:lnTo>
                  <a:lnTo>
                    <a:pt x="1221804" y="166000"/>
                  </a:lnTo>
                  <a:lnTo>
                    <a:pt x="1258174" y="171513"/>
                  </a:lnTo>
                  <a:lnTo>
                    <a:pt x="1271063" y="170900"/>
                  </a:lnTo>
                  <a:lnTo>
                    <a:pt x="1314758" y="156122"/>
                  </a:lnTo>
                  <a:lnTo>
                    <a:pt x="1341582" y="124015"/>
                  </a:lnTo>
                  <a:lnTo>
                    <a:pt x="1344976" y="114342"/>
                  </a:lnTo>
                  <a:lnTo>
                    <a:pt x="1253546" y="114342"/>
                  </a:lnTo>
                  <a:lnTo>
                    <a:pt x="1249870" y="112980"/>
                  </a:lnTo>
                  <a:lnTo>
                    <a:pt x="1247148" y="110258"/>
                  </a:lnTo>
                  <a:lnTo>
                    <a:pt x="1244426" y="107263"/>
                  </a:lnTo>
                  <a:lnTo>
                    <a:pt x="1243064" y="103452"/>
                  </a:lnTo>
                  <a:lnTo>
                    <a:pt x="1243064" y="79494"/>
                  </a:lnTo>
                  <a:lnTo>
                    <a:pt x="1244426" y="75819"/>
                  </a:lnTo>
                  <a:lnTo>
                    <a:pt x="1247148" y="73097"/>
                  </a:lnTo>
                  <a:lnTo>
                    <a:pt x="1249870" y="70102"/>
                  </a:lnTo>
                  <a:lnTo>
                    <a:pt x="1253546" y="68605"/>
                  </a:lnTo>
                  <a:lnTo>
                    <a:pt x="1344938" y="68605"/>
                  </a:lnTo>
                  <a:lnTo>
                    <a:pt x="1341582" y="59161"/>
                  </a:lnTo>
                  <a:lnTo>
                    <a:pt x="1314758" y="27079"/>
                  </a:lnTo>
                  <a:lnTo>
                    <a:pt x="1271063" y="12072"/>
                  </a:lnTo>
                  <a:lnTo>
                    <a:pt x="1258174" y="11434"/>
                  </a:lnTo>
                  <a:close/>
                </a:path>
                <a:path w="2934970" h="318770">
                  <a:moveTo>
                    <a:pt x="1344938" y="68605"/>
                  </a:moveTo>
                  <a:lnTo>
                    <a:pt x="1262802" y="68605"/>
                  </a:lnTo>
                  <a:lnTo>
                    <a:pt x="1266477" y="70102"/>
                  </a:lnTo>
                  <a:lnTo>
                    <a:pt x="1269200" y="73097"/>
                  </a:lnTo>
                  <a:lnTo>
                    <a:pt x="1271922" y="75819"/>
                  </a:lnTo>
                  <a:lnTo>
                    <a:pt x="1273283" y="79494"/>
                  </a:lnTo>
                  <a:lnTo>
                    <a:pt x="1273283" y="103452"/>
                  </a:lnTo>
                  <a:lnTo>
                    <a:pt x="1271922" y="107263"/>
                  </a:lnTo>
                  <a:lnTo>
                    <a:pt x="1269200" y="110258"/>
                  </a:lnTo>
                  <a:lnTo>
                    <a:pt x="1266477" y="112980"/>
                  </a:lnTo>
                  <a:lnTo>
                    <a:pt x="1262802" y="114342"/>
                  </a:lnTo>
                  <a:lnTo>
                    <a:pt x="1344976" y="114342"/>
                  </a:lnTo>
                  <a:lnTo>
                    <a:pt x="1345155" y="113831"/>
                  </a:lnTo>
                  <a:lnTo>
                    <a:pt x="1347299" y="102984"/>
                  </a:lnTo>
                  <a:lnTo>
                    <a:pt x="1348014" y="91473"/>
                  </a:lnTo>
                  <a:lnTo>
                    <a:pt x="1347299" y="79988"/>
                  </a:lnTo>
                  <a:lnTo>
                    <a:pt x="1345155" y="69217"/>
                  </a:lnTo>
                  <a:lnTo>
                    <a:pt x="1344938" y="68605"/>
                  </a:lnTo>
                  <a:close/>
                </a:path>
                <a:path w="2934970" h="318770">
                  <a:moveTo>
                    <a:pt x="1299010" y="244610"/>
                  </a:moveTo>
                  <a:lnTo>
                    <a:pt x="1222238" y="244610"/>
                  </a:lnTo>
                  <a:lnTo>
                    <a:pt x="1222238" y="318524"/>
                  </a:lnTo>
                  <a:lnTo>
                    <a:pt x="1294927" y="318524"/>
                  </a:lnTo>
                  <a:lnTo>
                    <a:pt x="1299010" y="244610"/>
                  </a:lnTo>
                  <a:close/>
                </a:path>
                <a:path w="2934970" h="318770">
                  <a:moveTo>
                    <a:pt x="1362307" y="187439"/>
                  </a:moveTo>
                  <a:lnTo>
                    <a:pt x="1165067" y="187439"/>
                  </a:lnTo>
                  <a:lnTo>
                    <a:pt x="1165067" y="244610"/>
                  </a:lnTo>
                  <a:lnTo>
                    <a:pt x="1362307" y="244610"/>
                  </a:lnTo>
                  <a:lnTo>
                    <a:pt x="1362307" y="187439"/>
                  </a:lnTo>
                  <a:close/>
                </a:path>
                <a:path w="2934970" h="318770">
                  <a:moveTo>
                    <a:pt x="1684615" y="24501"/>
                  </a:moveTo>
                  <a:lnTo>
                    <a:pt x="1500851" y="24501"/>
                  </a:lnTo>
                  <a:lnTo>
                    <a:pt x="1500851" y="74322"/>
                  </a:lnTo>
                  <a:lnTo>
                    <a:pt x="1684615" y="74322"/>
                  </a:lnTo>
                  <a:lnTo>
                    <a:pt x="1684615" y="24501"/>
                  </a:lnTo>
                  <a:close/>
                </a:path>
                <a:path w="2934970" h="318770">
                  <a:moveTo>
                    <a:pt x="1631119" y="0"/>
                  </a:moveTo>
                  <a:lnTo>
                    <a:pt x="1554347" y="0"/>
                  </a:lnTo>
                  <a:lnTo>
                    <a:pt x="1554347" y="24501"/>
                  </a:lnTo>
                  <a:lnTo>
                    <a:pt x="1631119" y="24501"/>
                  </a:lnTo>
                  <a:lnTo>
                    <a:pt x="1631119" y="0"/>
                  </a:lnTo>
                  <a:close/>
                </a:path>
                <a:path w="2934970" h="318770">
                  <a:moveTo>
                    <a:pt x="1585791" y="218066"/>
                  </a:moveTo>
                  <a:lnTo>
                    <a:pt x="1509018" y="218066"/>
                  </a:lnTo>
                  <a:lnTo>
                    <a:pt x="1509018" y="318524"/>
                  </a:lnTo>
                  <a:lnTo>
                    <a:pt x="1787523" y="318115"/>
                  </a:lnTo>
                  <a:lnTo>
                    <a:pt x="1787523" y="260944"/>
                  </a:lnTo>
                  <a:lnTo>
                    <a:pt x="1585791" y="260944"/>
                  </a:lnTo>
                  <a:lnTo>
                    <a:pt x="1585791" y="218066"/>
                  </a:lnTo>
                  <a:close/>
                </a:path>
                <a:path w="2934970" h="318770">
                  <a:moveTo>
                    <a:pt x="1787523" y="8167"/>
                  </a:moveTo>
                  <a:lnTo>
                    <a:pt x="1710750" y="8167"/>
                  </a:lnTo>
                  <a:lnTo>
                    <a:pt x="1710750" y="218066"/>
                  </a:lnTo>
                  <a:lnTo>
                    <a:pt x="1787523" y="218066"/>
                  </a:lnTo>
                  <a:lnTo>
                    <a:pt x="1787523" y="146602"/>
                  </a:lnTo>
                  <a:lnTo>
                    <a:pt x="1818150" y="146602"/>
                  </a:lnTo>
                  <a:lnTo>
                    <a:pt x="1818150" y="85348"/>
                  </a:lnTo>
                  <a:lnTo>
                    <a:pt x="1787523" y="85348"/>
                  </a:lnTo>
                  <a:lnTo>
                    <a:pt x="1787523" y="8167"/>
                  </a:lnTo>
                  <a:close/>
                </a:path>
                <a:path w="2934970" h="318770">
                  <a:moveTo>
                    <a:pt x="1611926" y="81672"/>
                  </a:moveTo>
                  <a:lnTo>
                    <a:pt x="1573540" y="81672"/>
                  </a:lnTo>
                  <a:lnTo>
                    <a:pt x="1558788" y="82719"/>
                  </a:lnTo>
                  <a:lnTo>
                    <a:pt x="1523719" y="98415"/>
                  </a:lnTo>
                  <a:lnTo>
                    <a:pt x="1504934" y="142927"/>
                  </a:lnTo>
                  <a:lnTo>
                    <a:pt x="1506108" y="156122"/>
                  </a:lnTo>
                  <a:lnTo>
                    <a:pt x="1533877" y="194764"/>
                  </a:lnTo>
                  <a:lnTo>
                    <a:pt x="1573540" y="204182"/>
                  </a:lnTo>
                  <a:lnTo>
                    <a:pt x="1611926" y="204182"/>
                  </a:lnTo>
                  <a:lnTo>
                    <a:pt x="1651588" y="194764"/>
                  </a:lnTo>
                  <a:lnTo>
                    <a:pt x="1679357" y="156122"/>
                  </a:lnTo>
                  <a:lnTo>
                    <a:pt x="1679659" y="152728"/>
                  </a:lnTo>
                  <a:lnTo>
                    <a:pt x="1580346" y="152728"/>
                  </a:lnTo>
                  <a:lnTo>
                    <a:pt x="1577896" y="151775"/>
                  </a:lnTo>
                  <a:lnTo>
                    <a:pt x="1574084" y="147964"/>
                  </a:lnTo>
                  <a:lnTo>
                    <a:pt x="1573131" y="145513"/>
                  </a:lnTo>
                  <a:lnTo>
                    <a:pt x="1573131" y="139524"/>
                  </a:lnTo>
                  <a:lnTo>
                    <a:pt x="1574084" y="137074"/>
                  </a:lnTo>
                  <a:lnTo>
                    <a:pt x="1577896" y="133262"/>
                  </a:lnTo>
                  <a:lnTo>
                    <a:pt x="1580346" y="132310"/>
                  </a:lnTo>
                  <a:lnTo>
                    <a:pt x="1679587" y="132310"/>
                  </a:lnTo>
                  <a:lnTo>
                    <a:pt x="1679357" y="129732"/>
                  </a:lnTo>
                  <a:lnTo>
                    <a:pt x="1651588" y="91090"/>
                  </a:lnTo>
                  <a:lnTo>
                    <a:pt x="1626678" y="82719"/>
                  </a:lnTo>
                  <a:lnTo>
                    <a:pt x="1611926" y="81672"/>
                  </a:lnTo>
                  <a:close/>
                </a:path>
                <a:path w="2934970" h="318770">
                  <a:moveTo>
                    <a:pt x="1679587" y="132310"/>
                  </a:moveTo>
                  <a:lnTo>
                    <a:pt x="1605528" y="132310"/>
                  </a:lnTo>
                  <a:lnTo>
                    <a:pt x="1607978" y="133262"/>
                  </a:lnTo>
                  <a:lnTo>
                    <a:pt x="1611790" y="137074"/>
                  </a:lnTo>
                  <a:lnTo>
                    <a:pt x="1612743" y="139524"/>
                  </a:lnTo>
                  <a:lnTo>
                    <a:pt x="1612743" y="145513"/>
                  </a:lnTo>
                  <a:lnTo>
                    <a:pt x="1611790" y="147964"/>
                  </a:lnTo>
                  <a:lnTo>
                    <a:pt x="1607978" y="151775"/>
                  </a:lnTo>
                  <a:lnTo>
                    <a:pt x="1605528" y="152728"/>
                  </a:lnTo>
                  <a:lnTo>
                    <a:pt x="1679659" y="152728"/>
                  </a:lnTo>
                  <a:lnTo>
                    <a:pt x="1680531" y="142927"/>
                  </a:lnTo>
                  <a:lnTo>
                    <a:pt x="1679587" y="132310"/>
                  </a:lnTo>
                  <a:close/>
                </a:path>
                <a:path w="2934970" h="318770">
                  <a:moveTo>
                    <a:pt x="2259069" y="151503"/>
                  </a:moveTo>
                  <a:lnTo>
                    <a:pt x="1965046" y="151503"/>
                  </a:lnTo>
                  <a:lnTo>
                    <a:pt x="1965046" y="209082"/>
                  </a:lnTo>
                  <a:lnTo>
                    <a:pt x="2259069" y="209082"/>
                  </a:lnTo>
                  <a:lnTo>
                    <a:pt x="2259069" y="151503"/>
                  </a:lnTo>
                  <a:close/>
                </a:path>
                <a:path w="2934970" h="318770">
                  <a:moveTo>
                    <a:pt x="2150444" y="127001"/>
                  </a:moveTo>
                  <a:lnTo>
                    <a:pt x="2073671" y="127001"/>
                  </a:lnTo>
                  <a:lnTo>
                    <a:pt x="2073671" y="151503"/>
                  </a:lnTo>
                  <a:lnTo>
                    <a:pt x="2150444" y="151503"/>
                  </a:lnTo>
                  <a:lnTo>
                    <a:pt x="2150444" y="127001"/>
                  </a:lnTo>
                  <a:close/>
                </a:path>
                <a:path w="2934970" h="318770">
                  <a:moveTo>
                    <a:pt x="2150444" y="6533"/>
                  </a:moveTo>
                  <a:lnTo>
                    <a:pt x="2073671" y="6533"/>
                  </a:lnTo>
                  <a:lnTo>
                    <a:pt x="2072115" y="16845"/>
                  </a:lnTo>
                  <a:lnTo>
                    <a:pt x="2069077" y="26543"/>
                  </a:lnTo>
                  <a:lnTo>
                    <a:pt x="2042636" y="58294"/>
                  </a:lnTo>
                  <a:lnTo>
                    <a:pt x="1997001" y="75751"/>
                  </a:lnTo>
                  <a:lnTo>
                    <a:pt x="1969130" y="77997"/>
                  </a:lnTo>
                  <a:lnTo>
                    <a:pt x="1981381" y="135168"/>
                  </a:lnTo>
                  <a:lnTo>
                    <a:pt x="2020380" y="132310"/>
                  </a:lnTo>
                  <a:lnTo>
                    <a:pt x="2071936" y="117226"/>
                  </a:lnTo>
                  <a:lnTo>
                    <a:pt x="2112058" y="90656"/>
                  </a:lnTo>
                  <a:lnTo>
                    <a:pt x="2252273" y="90656"/>
                  </a:lnTo>
                  <a:lnTo>
                    <a:pt x="2254985" y="77997"/>
                  </a:lnTo>
                  <a:lnTo>
                    <a:pt x="2240667" y="77436"/>
                  </a:lnTo>
                  <a:lnTo>
                    <a:pt x="2227114" y="75751"/>
                  </a:lnTo>
                  <a:lnTo>
                    <a:pt x="2181480" y="58294"/>
                  </a:lnTo>
                  <a:lnTo>
                    <a:pt x="2155038" y="26543"/>
                  </a:lnTo>
                  <a:lnTo>
                    <a:pt x="2152001" y="16845"/>
                  </a:lnTo>
                  <a:lnTo>
                    <a:pt x="2150444" y="6533"/>
                  </a:lnTo>
                  <a:close/>
                </a:path>
                <a:path w="2934970" h="318770">
                  <a:moveTo>
                    <a:pt x="2252273" y="90656"/>
                  </a:moveTo>
                  <a:lnTo>
                    <a:pt x="2112058" y="90656"/>
                  </a:lnTo>
                  <a:lnTo>
                    <a:pt x="2123977" y="100687"/>
                  </a:lnTo>
                  <a:lnTo>
                    <a:pt x="2168004" y="123734"/>
                  </a:lnTo>
                  <a:lnTo>
                    <a:pt x="2222750" y="134454"/>
                  </a:lnTo>
                  <a:lnTo>
                    <a:pt x="2242734" y="135168"/>
                  </a:lnTo>
                  <a:lnTo>
                    <a:pt x="2252273" y="90656"/>
                  </a:lnTo>
                  <a:close/>
                </a:path>
                <a:path w="2934970" h="318770">
                  <a:moveTo>
                    <a:pt x="2250902" y="225417"/>
                  </a:moveTo>
                  <a:lnTo>
                    <a:pt x="1973214" y="225417"/>
                  </a:lnTo>
                  <a:lnTo>
                    <a:pt x="1973214" y="282588"/>
                  </a:lnTo>
                  <a:lnTo>
                    <a:pt x="2174129" y="282588"/>
                  </a:lnTo>
                  <a:lnTo>
                    <a:pt x="2174129" y="318524"/>
                  </a:lnTo>
                  <a:lnTo>
                    <a:pt x="2250902" y="318524"/>
                  </a:lnTo>
                  <a:lnTo>
                    <a:pt x="2250902" y="225417"/>
                  </a:lnTo>
                  <a:close/>
                </a:path>
                <a:path w="2934970" h="318770">
                  <a:moveTo>
                    <a:pt x="2593864" y="11434"/>
                  </a:moveTo>
                  <a:lnTo>
                    <a:pt x="2316176" y="11434"/>
                  </a:lnTo>
                  <a:lnTo>
                    <a:pt x="2316176" y="187439"/>
                  </a:lnTo>
                  <a:lnTo>
                    <a:pt x="2593864" y="187439"/>
                  </a:lnTo>
                  <a:lnTo>
                    <a:pt x="2593864" y="126184"/>
                  </a:lnTo>
                  <a:lnTo>
                    <a:pt x="2392949" y="126184"/>
                  </a:lnTo>
                  <a:lnTo>
                    <a:pt x="2392949" y="72688"/>
                  </a:lnTo>
                  <a:lnTo>
                    <a:pt x="2593864" y="72688"/>
                  </a:lnTo>
                  <a:lnTo>
                    <a:pt x="2593864" y="11434"/>
                  </a:lnTo>
                  <a:close/>
                </a:path>
                <a:path w="2934970" h="318770">
                  <a:moveTo>
                    <a:pt x="2602031" y="245018"/>
                  </a:moveTo>
                  <a:lnTo>
                    <a:pt x="2308009" y="245018"/>
                  </a:lnTo>
                  <a:lnTo>
                    <a:pt x="2308009" y="306273"/>
                  </a:lnTo>
                  <a:lnTo>
                    <a:pt x="2602031" y="306273"/>
                  </a:lnTo>
                  <a:lnTo>
                    <a:pt x="2602031" y="245018"/>
                  </a:lnTo>
                  <a:close/>
                </a:path>
                <a:path w="2934970" h="318770">
                  <a:moveTo>
                    <a:pt x="2497490" y="199690"/>
                  </a:moveTo>
                  <a:lnTo>
                    <a:pt x="2420717" y="199690"/>
                  </a:lnTo>
                  <a:lnTo>
                    <a:pt x="2420717" y="245018"/>
                  </a:lnTo>
                  <a:lnTo>
                    <a:pt x="2497490" y="245018"/>
                  </a:lnTo>
                  <a:lnTo>
                    <a:pt x="2497490" y="199690"/>
                  </a:lnTo>
                  <a:close/>
                </a:path>
                <a:path w="2934970" h="318770">
                  <a:moveTo>
                    <a:pt x="2733869" y="202140"/>
                  </a:moveTo>
                  <a:lnTo>
                    <a:pt x="2657097" y="202140"/>
                  </a:lnTo>
                  <a:lnTo>
                    <a:pt x="2657097" y="318524"/>
                  </a:lnTo>
                  <a:lnTo>
                    <a:pt x="2934785" y="318524"/>
                  </a:lnTo>
                  <a:lnTo>
                    <a:pt x="2934785" y="257269"/>
                  </a:lnTo>
                  <a:lnTo>
                    <a:pt x="2733869" y="257269"/>
                  </a:lnTo>
                  <a:lnTo>
                    <a:pt x="2733869" y="202140"/>
                  </a:lnTo>
                  <a:close/>
                </a:path>
                <a:path w="2934970" h="318770">
                  <a:moveTo>
                    <a:pt x="2934376" y="8167"/>
                  </a:moveTo>
                  <a:lnTo>
                    <a:pt x="2858012" y="8167"/>
                  </a:lnTo>
                  <a:lnTo>
                    <a:pt x="2858012" y="72688"/>
                  </a:lnTo>
                  <a:lnTo>
                    <a:pt x="2831060" y="72688"/>
                  </a:lnTo>
                  <a:lnTo>
                    <a:pt x="2831060" y="133943"/>
                  </a:lnTo>
                  <a:lnTo>
                    <a:pt x="2858012" y="133943"/>
                  </a:lnTo>
                  <a:lnTo>
                    <a:pt x="2858012" y="210307"/>
                  </a:lnTo>
                  <a:lnTo>
                    <a:pt x="2934376" y="210307"/>
                  </a:lnTo>
                  <a:lnTo>
                    <a:pt x="2934376" y="8167"/>
                  </a:lnTo>
                  <a:close/>
                </a:path>
                <a:path w="2934970" h="318770">
                  <a:moveTo>
                    <a:pt x="2775931" y="72688"/>
                  </a:moveTo>
                  <a:lnTo>
                    <a:pt x="2696300" y="72688"/>
                  </a:lnTo>
                  <a:lnTo>
                    <a:pt x="2693441" y="85041"/>
                  </a:lnTo>
                  <a:lnTo>
                    <a:pt x="2689357" y="95557"/>
                  </a:lnTo>
                  <a:lnTo>
                    <a:pt x="2652783" y="121794"/>
                  </a:lnTo>
                  <a:lnTo>
                    <a:pt x="2642804" y="122509"/>
                  </a:lnTo>
                  <a:lnTo>
                    <a:pt x="2655055" y="183764"/>
                  </a:lnTo>
                  <a:lnTo>
                    <a:pt x="2698750" y="175188"/>
                  </a:lnTo>
                  <a:lnTo>
                    <a:pt x="2736319" y="149869"/>
                  </a:lnTo>
                  <a:lnTo>
                    <a:pt x="2823954" y="149869"/>
                  </a:lnTo>
                  <a:lnTo>
                    <a:pt x="2829426" y="122509"/>
                  </a:lnTo>
                  <a:lnTo>
                    <a:pt x="2819422" y="121794"/>
                  </a:lnTo>
                  <a:lnTo>
                    <a:pt x="2810233" y="119650"/>
                  </a:lnTo>
                  <a:lnTo>
                    <a:pt x="2778764" y="85041"/>
                  </a:lnTo>
                  <a:lnTo>
                    <a:pt x="2775931" y="72688"/>
                  </a:lnTo>
                  <a:close/>
                </a:path>
                <a:path w="2934970" h="318770">
                  <a:moveTo>
                    <a:pt x="2823954" y="149869"/>
                  </a:moveTo>
                  <a:lnTo>
                    <a:pt x="2736319" y="149869"/>
                  </a:lnTo>
                  <a:lnTo>
                    <a:pt x="2744589" y="157577"/>
                  </a:lnTo>
                  <a:lnTo>
                    <a:pt x="2783792" y="178940"/>
                  </a:lnTo>
                  <a:lnTo>
                    <a:pt x="2817176" y="183764"/>
                  </a:lnTo>
                  <a:lnTo>
                    <a:pt x="2823954" y="149869"/>
                  </a:lnTo>
                  <a:close/>
                </a:path>
                <a:path w="2934970" h="318770">
                  <a:moveTo>
                    <a:pt x="2822893" y="11434"/>
                  </a:moveTo>
                  <a:lnTo>
                    <a:pt x="2648929" y="11434"/>
                  </a:lnTo>
                  <a:lnTo>
                    <a:pt x="2648929" y="72688"/>
                  </a:lnTo>
                  <a:lnTo>
                    <a:pt x="2822893" y="72688"/>
                  </a:lnTo>
                  <a:lnTo>
                    <a:pt x="2822893" y="114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7664687" y="8690834"/>
            <a:ext cx="3633470" cy="995044"/>
          </a:xfrm>
          <a:custGeom>
            <a:avLst/>
            <a:gdLst/>
            <a:ahLst/>
            <a:cxnLst/>
            <a:rect l="l" t="t" r="r" b="b"/>
            <a:pathLst>
              <a:path w="3633470" h="995045">
                <a:moveTo>
                  <a:pt x="3633397" y="0"/>
                </a:moveTo>
                <a:lnTo>
                  <a:pt x="0" y="0"/>
                </a:lnTo>
                <a:lnTo>
                  <a:pt x="0" y="994734"/>
                </a:lnTo>
                <a:lnTo>
                  <a:pt x="3633397" y="994734"/>
                </a:lnTo>
                <a:lnTo>
                  <a:pt x="3633397" y="0"/>
                </a:lnTo>
                <a:close/>
              </a:path>
            </a:pathLst>
          </a:custGeom>
          <a:solidFill>
            <a:srgbClr val="19233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7664687" y="7779867"/>
            <a:ext cx="3152140" cy="607695"/>
            <a:chOff x="7664687" y="7779867"/>
            <a:chExt cx="3152140" cy="607695"/>
          </a:xfrm>
        </p:grpSpPr>
        <p:sp>
          <p:nvSpPr>
            <p:cNvPr id="16" name="object 16"/>
            <p:cNvSpPr/>
            <p:nvPr/>
          </p:nvSpPr>
          <p:spPr>
            <a:xfrm>
              <a:off x="7664687" y="7779867"/>
              <a:ext cx="3152140" cy="607695"/>
            </a:xfrm>
            <a:custGeom>
              <a:avLst/>
              <a:gdLst/>
              <a:ahLst/>
              <a:cxnLst/>
              <a:rect l="l" t="t" r="r" b="b"/>
              <a:pathLst>
                <a:path w="3152140" h="607695">
                  <a:moveTo>
                    <a:pt x="3151736" y="0"/>
                  </a:moveTo>
                  <a:lnTo>
                    <a:pt x="0" y="0"/>
                  </a:lnTo>
                  <a:lnTo>
                    <a:pt x="0" y="607311"/>
                  </a:lnTo>
                  <a:lnTo>
                    <a:pt x="3151736" y="607311"/>
                  </a:lnTo>
                  <a:lnTo>
                    <a:pt x="3151736" y="0"/>
                  </a:lnTo>
                  <a:close/>
                </a:path>
              </a:pathLst>
            </a:custGeom>
            <a:solidFill>
              <a:srgbClr val="1923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807851" y="7884367"/>
              <a:ext cx="2870835" cy="314960"/>
            </a:xfrm>
            <a:custGeom>
              <a:avLst/>
              <a:gdLst/>
              <a:ahLst/>
              <a:cxnLst/>
              <a:rect l="l" t="t" r="r" b="b"/>
              <a:pathLst>
                <a:path w="2870834" h="314959">
                  <a:moveTo>
                    <a:pt x="215260" y="250673"/>
                  </a:moveTo>
                  <a:lnTo>
                    <a:pt x="148812" y="250673"/>
                  </a:lnTo>
                  <a:lnTo>
                    <a:pt x="148812" y="310357"/>
                  </a:lnTo>
                  <a:lnTo>
                    <a:pt x="215260" y="310357"/>
                  </a:lnTo>
                  <a:lnTo>
                    <a:pt x="215260" y="250673"/>
                  </a:lnTo>
                  <a:close/>
                </a:path>
                <a:path w="2870834" h="314959">
                  <a:moveTo>
                    <a:pt x="66448" y="11936"/>
                  </a:moveTo>
                  <a:lnTo>
                    <a:pt x="28175" y="22456"/>
                  </a:lnTo>
                  <a:lnTo>
                    <a:pt x="1143" y="65179"/>
                  </a:lnTo>
                  <a:lnTo>
                    <a:pt x="0" y="238736"/>
                  </a:lnTo>
                  <a:lnTo>
                    <a:pt x="1143" y="253134"/>
                  </a:lnTo>
                  <a:lnTo>
                    <a:pt x="18303" y="287677"/>
                  </a:lnTo>
                  <a:lnTo>
                    <a:pt x="52248" y="305209"/>
                  </a:lnTo>
                  <a:lnTo>
                    <a:pt x="66448" y="306378"/>
                  </a:lnTo>
                  <a:lnTo>
                    <a:pt x="79205" y="305433"/>
                  </a:lnTo>
                  <a:lnTo>
                    <a:pt x="118497" y="283051"/>
                  </a:lnTo>
                  <a:lnTo>
                    <a:pt x="131702" y="250673"/>
                  </a:lnTo>
                  <a:lnTo>
                    <a:pt x="215260" y="250673"/>
                  </a:lnTo>
                  <a:lnTo>
                    <a:pt x="215260" y="246694"/>
                  </a:lnTo>
                  <a:lnTo>
                    <a:pt x="64326" y="246694"/>
                  </a:lnTo>
                  <a:lnTo>
                    <a:pt x="62469" y="246030"/>
                  </a:lnTo>
                  <a:lnTo>
                    <a:pt x="60877" y="244704"/>
                  </a:lnTo>
                  <a:lnTo>
                    <a:pt x="59551" y="243113"/>
                  </a:lnTo>
                  <a:lnTo>
                    <a:pt x="58888" y="241256"/>
                  </a:lnTo>
                  <a:lnTo>
                    <a:pt x="58888" y="76660"/>
                  </a:lnTo>
                  <a:lnTo>
                    <a:pt x="59551" y="74936"/>
                  </a:lnTo>
                  <a:lnTo>
                    <a:pt x="62469" y="72018"/>
                  </a:lnTo>
                  <a:lnTo>
                    <a:pt x="64326" y="71222"/>
                  </a:lnTo>
                  <a:lnTo>
                    <a:pt x="132033" y="71222"/>
                  </a:lnTo>
                  <a:lnTo>
                    <a:pt x="129937" y="58763"/>
                  </a:lnTo>
                  <a:lnTo>
                    <a:pt x="102407" y="21113"/>
                  </a:lnTo>
                  <a:lnTo>
                    <a:pt x="79727" y="12956"/>
                  </a:lnTo>
                  <a:lnTo>
                    <a:pt x="66448" y="11936"/>
                  </a:lnTo>
                  <a:close/>
                </a:path>
                <a:path w="2870834" h="314959">
                  <a:moveTo>
                    <a:pt x="132033" y="71222"/>
                  </a:moveTo>
                  <a:lnTo>
                    <a:pt x="68570" y="71222"/>
                  </a:lnTo>
                  <a:lnTo>
                    <a:pt x="70294" y="72018"/>
                  </a:lnTo>
                  <a:lnTo>
                    <a:pt x="71620" y="73610"/>
                  </a:lnTo>
                  <a:lnTo>
                    <a:pt x="72947" y="74936"/>
                  </a:lnTo>
                  <a:lnTo>
                    <a:pt x="73610" y="76660"/>
                  </a:lnTo>
                  <a:lnTo>
                    <a:pt x="73610" y="241256"/>
                  </a:lnTo>
                  <a:lnTo>
                    <a:pt x="72947" y="243113"/>
                  </a:lnTo>
                  <a:lnTo>
                    <a:pt x="71620" y="244704"/>
                  </a:lnTo>
                  <a:lnTo>
                    <a:pt x="70294" y="246030"/>
                  </a:lnTo>
                  <a:lnTo>
                    <a:pt x="68570" y="246694"/>
                  </a:lnTo>
                  <a:lnTo>
                    <a:pt x="215260" y="246694"/>
                  </a:lnTo>
                  <a:lnTo>
                    <a:pt x="215260" y="190988"/>
                  </a:lnTo>
                  <a:lnTo>
                    <a:pt x="132498" y="190988"/>
                  </a:lnTo>
                  <a:lnTo>
                    <a:pt x="132498" y="131304"/>
                  </a:lnTo>
                  <a:lnTo>
                    <a:pt x="215260" y="131304"/>
                  </a:lnTo>
                  <a:lnTo>
                    <a:pt x="215260" y="71620"/>
                  </a:lnTo>
                  <a:lnTo>
                    <a:pt x="132100" y="71620"/>
                  </a:lnTo>
                  <a:lnTo>
                    <a:pt x="132033" y="71222"/>
                  </a:lnTo>
                  <a:close/>
                </a:path>
                <a:path w="2870834" h="314959">
                  <a:moveTo>
                    <a:pt x="215260" y="131304"/>
                  </a:moveTo>
                  <a:lnTo>
                    <a:pt x="148812" y="131304"/>
                  </a:lnTo>
                  <a:lnTo>
                    <a:pt x="148812" y="190988"/>
                  </a:lnTo>
                  <a:lnTo>
                    <a:pt x="215260" y="190988"/>
                  </a:lnTo>
                  <a:lnTo>
                    <a:pt x="215260" y="131304"/>
                  </a:lnTo>
                  <a:close/>
                </a:path>
                <a:path w="2870834" h="314959">
                  <a:moveTo>
                    <a:pt x="215260" y="11936"/>
                  </a:moveTo>
                  <a:lnTo>
                    <a:pt x="148812" y="11936"/>
                  </a:lnTo>
                  <a:lnTo>
                    <a:pt x="148812" y="71620"/>
                  </a:lnTo>
                  <a:lnTo>
                    <a:pt x="215260" y="71620"/>
                  </a:lnTo>
                  <a:lnTo>
                    <a:pt x="215260" y="11936"/>
                  </a:lnTo>
                  <a:close/>
                </a:path>
                <a:path w="2870834" h="314959">
                  <a:moveTo>
                    <a:pt x="294441" y="11936"/>
                  </a:moveTo>
                  <a:lnTo>
                    <a:pt x="227595" y="11936"/>
                  </a:lnTo>
                  <a:lnTo>
                    <a:pt x="227595" y="314335"/>
                  </a:lnTo>
                  <a:lnTo>
                    <a:pt x="294441" y="314335"/>
                  </a:lnTo>
                  <a:lnTo>
                    <a:pt x="294441" y="11936"/>
                  </a:lnTo>
                  <a:close/>
                </a:path>
                <a:path w="2870834" h="314959">
                  <a:moveTo>
                    <a:pt x="530930" y="67641"/>
                  </a:moveTo>
                  <a:lnTo>
                    <a:pt x="440210" y="67641"/>
                  </a:lnTo>
                  <a:lnTo>
                    <a:pt x="434241" y="74232"/>
                  </a:lnTo>
                  <a:lnTo>
                    <a:pt x="426681" y="79678"/>
                  </a:lnTo>
                  <a:lnTo>
                    <a:pt x="380327" y="90719"/>
                  </a:lnTo>
                  <a:lnTo>
                    <a:pt x="346307" y="91913"/>
                  </a:lnTo>
                  <a:lnTo>
                    <a:pt x="354265" y="143639"/>
                  </a:lnTo>
                  <a:lnTo>
                    <a:pt x="395745" y="141799"/>
                  </a:lnTo>
                  <a:lnTo>
                    <a:pt x="431456" y="136278"/>
                  </a:lnTo>
                  <a:lnTo>
                    <a:pt x="461398" y="127077"/>
                  </a:lnTo>
                  <a:lnTo>
                    <a:pt x="485570" y="114195"/>
                  </a:lnTo>
                  <a:lnTo>
                    <a:pt x="621404" y="114195"/>
                  </a:lnTo>
                  <a:lnTo>
                    <a:pt x="624832" y="91913"/>
                  </a:lnTo>
                  <a:lnTo>
                    <a:pt x="606853" y="91615"/>
                  </a:lnTo>
                  <a:lnTo>
                    <a:pt x="590713" y="90719"/>
                  </a:lnTo>
                  <a:lnTo>
                    <a:pt x="544358" y="79678"/>
                  </a:lnTo>
                  <a:lnTo>
                    <a:pt x="536873" y="74232"/>
                  </a:lnTo>
                  <a:lnTo>
                    <a:pt x="530930" y="67641"/>
                  </a:lnTo>
                  <a:close/>
                </a:path>
                <a:path w="2870834" h="314959">
                  <a:moveTo>
                    <a:pt x="621404" y="114195"/>
                  </a:moveTo>
                  <a:lnTo>
                    <a:pt x="485570" y="114195"/>
                  </a:lnTo>
                  <a:lnTo>
                    <a:pt x="509742" y="127077"/>
                  </a:lnTo>
                  <a:lnTo>
                    <a:pt x="539683" y="136278"/>
                  </a:lnTo>
                  <a:lnTo>
                    <a:pt x="575394" y="141799"/>
                  </a:lnTo>
                  <a:lnTo>
                    <a:pt x="616875" y="143639"/>
                  </a:lnTo>
                  <a:lnTo>
                    <a:pt x="621404" y="114195"/>
                  </a:lnTo>
                  <a:close/>
                </a:path>
                <a:path w="2870834" h="314959">
                  <a:moveTo>
                    <a:pt x="620854" y="15915"/>
                  </a:moveTo>
                  <a:lnTo>
                    <a:pt x="350286" y="15915"/>
                  </a:lnTo>
                  <a:lnTo>
                    <a:pt x="350286" y="67641"/>
                  </a:lnTo>
                  <a:lnTo>
                    <a:pt x="620854" y="67641"/>
                  </a:lnTo>
                  <a:lnTo>
                    <a:pt x="620854" y="15915"/>
                  </a:lnTo>
                  <a:close/>
                </a:path>
                <a:path w="2870834" h="314959">
                  <a:moveTo>
                    <a:pt x="526951" y="0"/>
                  </a:moveTo>
                  <a:lnTo>
                    <a:pt x="444189" y="0"/>
                  </a:lnTo>
                  <a:lnTo>
                    <a:pt x="444189" y="15915"/>
                  </a:lnTo>
                  <a:lnTo>
                    <a:pt x="526951" y="15915"/>
                  </a:lnTo>
                  <a:lnTo>
                    <a:pt x="526951" y="0"/>
                  </a:lnTo>
                  <a:close/>
                </a:path>
                <a:path w="2870834" h="314959">
                  <a:moveTo>
                    <a:pt x="628811" y="159555"/>
                  </a:moveTo>
                  <a:lnTo>
                    <a:pt x="342328" y="159555"/>
                  </a:lnTo>
                  <a:lnTo>
                    <a:pt x="342328" y="211679"/>
                  </a:lnTo>
                  <a:lnTo>
                    <a:pt x="628811" y="211679"/>
                  </a:lnTo>
                  <a:lnTo>
                    <a:pt x="628811" y="159555"/>
                  </a:lnTo>
                  <a:close/>
                </a:path>
                <a:path w="2870834" h="314959">
                  <a:moveTo>
                    <a:pt x="620854" y="227595"/>
                  </a:moveTo>
                  <a:lnTo>
                    <a:pt x="350286" y="227595"/>
                  </a:lnTo>
                  <a:lnTo>
                    <a:pt x="350286" y="279321"/>
                  </a:lnTo>
                  <a:lnTo>
                    <a:pt x="546049" y="279321"/>
                  </a:lnTo>
                  <a:lnTo>
                    <a:pt x="546049" y="314335"/>
                  </a:lnTo>
                  <a:lnTo>
                    <a:pt x="620854" y="314335"/>
                  </a:lnTo>
                  <a:lnTo>
                    <a:pt x="620854" y="227595"/>
                  </a:lnTo>
                  <a:close/>
                </a:path>
                <a:path w="2870834" h="314959">
                  <a:moveTo>
                    <a:pt x="878549" y="15517"/>
                  </a:moveTo>
                  <a:lnTo>
                    <a:pt x="803745" y="15517"/>
                  </a:lnTo>
                  <a:lnTo>
                    <a:pt x="803745" y="110216"/>
                  </a:lnTo>
                  <a:lnTo>
                    <a:pt x="1075108" y="110216"/>
                  </a:lnTo>
                  <a:lnTo>
                    <a:pt x="1075108" y="74406"/>
                  </a:lnTo>
                  <a:lnTo>
                    <a:pt x="878549" y="74406"/>
                  </a:lnTo>
                  <a:lnTo>
                    <a:pt x="878549" y="64060"/>
                  </a:lnTo>
                  <a:lnTo>
                    <a:pt x="1075108" y="64060"/>
                  </a:lnTo>
                  <a:lnTo>
                    <a:pt x="1075108" y="28250"/>
                  </a:lnTo>
                  <a:lnTo>
                    <a:pt x="878549" y="28250"/>
                  </a:lnTo>
                  <a:lnTo>
                    <a:pt x="878549" y="15517"/>
                  </a:lnTo>
                  <a:close/>
                </a:path>
                <a:path w="2870834" h="314959">
                  <a:moveTo>
                    <a:pt x="1075108" y="64060"/>
                  </a:moveTo>
                  <a:lnTo>
                    <a:pt x="1000304" y="64060"/>
                  </a:lnTo>
                  <a:lnTo>
                    <a:pt x="1000304" y="74406"/>
                  </a:lnTo>
                  <a:lnTo>
                    <a:pt x="1075108" y="74406"/>
                  </a:lnTo>
                  <a:lnTo>
                    <a:pt x="1075108" y="64060"/>
                  </a:lnTo>
                  <a:close/>
                </a:path>
                <a:path w="2870834" h="314959">
                  <a:moveTo>
                    <a:pt x="1075108" y="15517"/>
                  </a:moveTo>
                  <a:lnTo>
                    <a:pt x="1000304" y="15517"/>
                  </a:lnTo>
                  <a:lnTo>
                    <a:pt x="1000304" y="28250"/>
                  </a:lnTo>
                  <a:lnTo>
                    <a:pt x="1075108" y="28250"/>
                  </a:lnTo>
                  <a:lnTo>
                    <a:pt x="1075108" y="15517"/>
                  </a:lnTo>
                  <a:close/>
                </a:path>
                <a:path w="2870834" h="314959">
                  <a:moveTo>
                    <a:pt x="1075108" y="173879"/>
                  </a:moveTo>
                  <a:lnTo>
                    <a:pt x="803745" y="173879"/>
                  </a:lnTo>
                  <a:lnTo>
                    <a:pt x="803745" y="212873"/>
                  </a:lnTo>
                  <a:lnTo>
                    <a:pt x="1000304" y="212873"/>
                  </a:lnTo>
                  <a:lnTo>
                    <a:pt x="1000304" y="224412"/>
                  </a:lnTo>
                  <a:lnTo>
                    <a:pt x="803745" y="224412"/>
                  </a:lnTo>
                  <a:lnTo>
                    <a:pt x="803745" y="314335"/>
                  </a:lnTo>
                  <a:lnTo>
                    <a:pt x="1079087" y="314335"/>
                  </a:lnTo>
                  <a:lnTo>
                    <a:pt x="1079087" y="274944"/>
                  </a:lnTo>
                  <a:lnTo>
                    <a:pt x="878549" y="274944"/>
                  </a:lnTo>
                  <a:lnTo>
                    <a:pt x="878549" y="263803"/>
                  </a:lnTo>
                  <a:lnTo>
                    <a:pt x="1075108" y="263803"/>
                  </a:lnTo>
                  <a:lnTo>
                    <a:pt x="1075108" y="173879"/>
                  </a:lnTo>
                  <a:close/>
                </a:path>
                <a:path w="2870834" h="314959">
                  <a:moveTo>
                    <a:pt x="976828" y="162340"/>
                  </a:moveTo>
                  <a:lnTo>
                    <a:pt x="902024" y="162340"/>
                  </a:lnTo>
                  <a:lnTo>
                    <a:pt x="902024" y="173879"/>
                  </a:lnTo>
                  <a:lnTo>
                    <a:pt x="976828" y="173879"/>
                  </a:lnTo>
                  <a:lnTo>
                    <a:pt x="976828" y="162340"/>
                  </a:lnTo>
                  <a:close/>
                </a:path>
                <a:path w="2870834" h="314959">
                  <a:moveTo>
                    <a:pt x="1083066" y="122949"/>
                  </a:moveTo>
                  <a:lnTo>
                    <a:pt x="795787" y="122949"/>
                  </a:lnTo>
                  <a:lnTo>
                    <a:pt x="795787" y="162340"/>
                  </a:lnTo>
                  <a:lnTo>
                    <a:pt x="1083066" y="162340"/>
                  </a:lnTo>
                  <a:lnTo>
                    <a:pt x="1083066" y="122949"/>
                  </a:lnTo>
                  <a:close/>
                </a:path>
                <a:path w="2870834" h="314959">
                  <a:moveTo>
                    <a:pt x="1409258" y="11936"/>
                  </a:moveTo>
                  <a:lnTo>
                    <a:pt x="1334454" y="11936"/>
                  </a:lnTo>
                  <a:lnTo>
                    <a:pt x="1334454" y="314335"/>
                  </a:lnTo>
                  <a:lnTo>
                    <a:pt x="1409258" y="314335"/>
                  </a:lnTo>
                  <a:lnTo>
                    <a:pt x="1409258" y="186612"/>
                  </a:lnTo>
                  <a:lnTo>
                    <a:pt x="1439100" y="186612"/>
                  </a:lnTo>
                  <a:lnTo>
                    <a:pt x="1439100" y="126928"/>
                  </a:lnTo>
                  <a:lnTo>
                    <a:pt x="1409258" y="126928"/>
                  </a:lnTo>
                  <a:lnTo>
                    <a:pt x="1409258" y="11936"/>
                  </a:lnTo>
                  <a:close/>
                </a:path>
                <a:path w="2870834" h="314959">
                  <a:moveTo>
                    <a:pt x="1300633" y="15119"/>
                  </a:moveTo>
                  <a:lnTo>
                    <a:pt x="1130732" y="15119"/>
                  </a:lnTo>
                  <a:lnTo>
                    <a:pt x="1130732" y="74803"/>
                  </a:lnTo>
                  <a:lnTo>
                    <a:pt x="1225829" y="74803"/>
                  </a:lnTo>
                  <a:lnTo>
                    <a:pt x="1224834" y="104148"/>
                  </a:lnTo>
                  <a:lnTo>
                    <a:pt x="1216876" y="153885"/>
                  </a:lnTo>
                  <a:lnTo>
                    <a:pt x="1201533" y="191610"/>
                  </a:lnTo>
                  <a:lnTo>
                    <a:pt x="1171318" y="227197"/>
                  </a:lnTo>
                  <a:lnTo>
                    <a:pt x="1126753" y="242715"/>
                  </a:lnTo>
                  <a:lnTo>
                    <a:pt x="1134711" y="302399"/>
                  </a:lnTo>
                  <a:lnTo>
                    <a:pt x="1180768" y="295436"/>
                  </a:lnTo>
                  <a:lnTo>
                    <a:pt x="1221054" y="274546"/>
                  </a:lnTo>
                  <a:lnTo>
                    <a:pt x="1254577" y="240825"/>
                  </a:lnTo>
                  <a:lnTo>
                    <a:pt x="1279545" y="195365"/>
                  </a:lnTo>
                  <a:lnTo>
                    <a:pt x="1295361" y="139362"/>
                  </a:lnTo>
                  <a:lnTo>
                    <a:pt x="1300633" y="74803"/>
                  </a:lnTo>
                  <a:lnTo>
                    <a:pt x="1300633" y="15119"/>
                  </a:lnTo>
                  <a:close/>
                </a:path>
                <a:path w="2870834" h="314959">
                  <a:moveTo>
                    <a:pt x="1545322" y="16313"/>
                  </a:moveTo>
                  <a:lnTo>
                    <a:pt x="1470916" y="16313"/>
                  </a:lnTo>
                  <a:lnTo>
                    <a:pt x="1470916" y="102656"/>
                  </a:lnTo>
                  <a:lnTo>
                    <a:pt x="1741484" y="102656"/>
                  </a:lnTo>
                  <a:lnTo>
                    <a:pt x="1741484" y="46951"/>
                  </a:lnTo>
                  <a:lnTo>
                    <a:pt x="1545322" y="46951"/>
                  </a:lnTo>
                  <a:lnTo>
                    <a:pt x="1545322" y="16313"/>
                  </a:lnTo>
                  <a:close/>
                </a:path>
                <a:path w="2870834" h="314959">
                  <a:moveTo>
                    <a:pt x="1749441" y="119765"/>
                  </a:moveTo>
                  <a:lnTo>
                    <a:pt x="1462958" y="119765"/>
                  </a:lnTo>
                  <a:lnTo>
                    <a:pt x="1462958" y="175073"/>
                  </a:lnTo>
                  <a:lnTo>
                    <a:pt x="1749441" y="175073"/>
                  </a:lnTo>
                  <a:lnTo>
                    <a:pt x="1749441" y="119765"/>
                  </a:lnTo>
                  <a:close/>
                </a:path>
                <a:path w="2870834" h="314959">
                  <a:moveTo>
                    <a:pt x="1679014" y="191784"/>
                  </a:moveTo>
                  <a:lnTo>
                    <a:pt x="1533385" y="191784"/>
                  </a:lnTo>
                  <a:lnTo>
                    <a:pt x="1520429" y="192878"/>
                  </a:lnTo>
                  <a:lnTo>
                    <a:pt x="1480764" y="218443"/>
                  </a:lnTo>
                  <a:lnTo>
                    <a:pt x="1470916" y="253060"/>
                  </a:lnTo>
                  <a:lnTo>
                    <a:pt x="1472010" y="265817"/>
                  </a:lnTo>
                  <a:lnTo>
                    <a:pt x="1497948" y="304711"/>
                  </a:lnTo>
                  <a:lnTo>
                    <a:pt x="1533385" y="314335"/>
                  </a:lnTo>
                  <a:lnTo>
                    <a:pt x="1679014" y="314335"/>
                  </a:lnTo>
                  <a:lnTo>
                    <a:pt x="1723578" y="297226"/>
                  </a:lnTo>
                  <a:lnTo>
                    <a:pt x="1740821" y="260620"/>
                  </a:lnTo>
                  <a:lnTo>
                    <a:pt x="1551158" y="260620"/>
                  </a:lnTo>
                  <a:lnTo>
                    <a:pt x="1549301" y="259957"/>
                  </a:lnTo>
                  <a:lnTo>
                    <a:pt x="1547709" y="258630"/>
                  </a:lnTo>
                  <a:lnTo>
                    <a:pt x="1546383" y="257039"/>
                  </a:lnTo>
                  <a:lnTo>
                    <a:pt x="1545720" y="255182"/>
                  </a:lnTo>
                  <a:lnTo>
                    <a:pt x="1545720" y="250938"/>
                  </a:lnTo>
                  <a:lnTo>
                    <a:pt x="1546383" y="249214"/>
                  </a:lnTo>
                  <a:lnTo>
                    <a:pt x="1549301" y="246296"/>
                  </a:lnTo>
                  <a:lnTo>
                    <a:pt x="1551158" y="245500"/>
                  </a:lnTo>
                  <a:lnTo>
                    <a:pt x="1740819" y="245500"/>
                  </a:lnTo>
                  <a:lnTo>
                    <a:pt x="1740365" y="240327"/>
                  </a:lnTo>
                  <a:lnTo>
                    <a:pt x="1714228" y="201632"/>
                  </a:lnTo>
                  <a:lnTo>
                    <a:pt x="1691946" y="192878"/>
                  </a:lnTo>
                  <a:lnTo>
                    <a:pt x="1679014" y="191784"/>
                  </a:lnTo>
                  <a:close/>
                </a:path>
                <a:path w="2870834" h="314959">
                  <a:moveTo>
                    <a:pt x="1740819" y="245500"/>
                  </a:moveTo>
                  <a:lnTo>
                    <a:pt x="1661242" y="245500"/>
                  </a:lnTo>
                  <a:lnTo>
                    <a:pt x="1662966" y="246296"/>
                  </a:lnTo>
                  <a:lnTo>
                    <a:pt x="1664292" y="247887"/>
                  </a:lnTo>
                  <a:lnTo>
                    <a:pt x="1665884" y="249214"/>
                  </a:lnTo>
                  <a:lnTo>
                    <a:pt x="1666680" y="250938"/>
                  </a:lnTo>
                  <a:lnTo>
                    <a:pt x="1666680" y="255182"/>
                  </a:lnTo>
                  <a:lnTo>
                    <a:pt x="1665884" y="257039"/>
                  </a:lnTo>
                  <a:lnTo>
                    <a:pt x="1662966" y="259957"/>
                  </a:lnTo>
                  <a:lnTo>
                    <a:pt x="1661242" y="260620"/>
                  </a:lnTo>
                  <a:lnTo>
                    <a:pt x="1740821" y="260620"/>
                  </a:lnTo>
                  <a:lnTo>
                    <a:pt x="1741484" y="253060"/>
                  </a:lnTo>
                  <a:lnTo>
                    <a:pt x="1740819" y="245500"/>
                  </a:lnTo>
                  <a:close/>
                </a:path>
                <a:path w="2870834" h="314959">
                  <a:moveTo>
                    <a:pt x="1976179" y="27852"/>
                  </a:moveTo>
                  <a:lnTo>
                    <a:pt x="1797127" y="27852"/>
                  </a:lnTo>
                  <a:lnTo>
                    <a:pt x="1797127" y="76395"/>
                  </a:lnTo>
                  <a:lnTo>
                    <a:pt x="1976179" y="76395"/>
                  </a:lnTo>
                  <a:lnTo>
                    <a:pt x="1976179" y="27852"/>
                  </a:lnTo>
                  <a:close/>
                </a:path>
                <a:path w="2870834" h="314959">
                  <a:moveTo>
                    <a:pt x="1924055" y="3978"/>
                  </a:moveTo>
                  <a:lnTo>
                    <a:pt x="1849251" y="3978"/>
                  </a:lnTo>
                  <a:lnTo>
                    <a:pt x="1849251" y="27852"/>
                  </a:lnTo>
                  <a:lnTo>
                    <a:pt x="1924055" y="27852"/>
                  </a:lnTo>
                  <a:lnTo>
                    <a:pt x="1924055" y="3978"/>
                  </a:lnTo>
                  <a:close/>
                </a:path>
                <a:path w="2870834" h="314959">
                  <a:moveTo>
                    <a:pt x="1879888" y="216454"/>
                  </a:moveTo>
                  <a:lnTo>
                    <a:pt x="1805084" y="216454"/>
                  </a:lnTo>
                  <a:lnTo>
                    <a:pt x="1805084" y="314335"/>
                  </a:lnTo>
                  <a:lnTo>
                    <a:pt x="2076448" y="313938"/>
                  </a:lnTo>
                  <a:lnTo>
                    <a:pt x="2076448" y="258232"/>
                  </a:lnTo>
                  <a:lnTo>
                    <a:pt x="1879888" y="258232"/>
                  </a:lnTo>
                  <a:lnTo>
                    <a:pt x="1879888" y="216454"/>
                  </a:lnTo>
                  <a:close/>
                </a:path>
                <a:path w="2870834" h="314959">
                  <a:moveTo>
                    <a:pt x="2076448" y="11936"/>
                  </a:moveTo>
                  <a:lnTo>
                    <a:pt x="2001644" y="11936"/>
                  </a:lnTo>
                  <a:lnTo>
                    <a:pt x="2001644" y="216454"/>
                  </a:lnTo>
                  <a:lnTo>
                    <a:pt x="2076448" y="216454"/>
                  </a:lnTo>
                  <a:lnTo>
                    <a:pt x="2076448" y="146822"/>
                  </a:lnTo>
                  <a:lnTo>
                    <a:pt x="2106290" y="146822"/>
                  </a:lnTo>
                  <a:lnTo>
                    <a:pt x="2106290" y="87138"/>
                  </a:lnTo>
                  <a:lnTo>
                    <a:pt x="2076448" y="87138"/>
                  </a:lnTo>
                  <a:lnTo>
                    <a:pt x="2076448" y="11936"/>
                  </a:lnTo>
                  <a:close/>
                </a:path>
                <a:path w="2870834" h="314959">
                  <a:moveTo>
                    <a:pt x="1905354" y="83557"/>
                  </a:moveTo>
                  <a:lnTo>
                    <a:pt x="1867952" y="83557"/>
                  </a:lnTo>
                  <a:lnTo>
                    <a:pt x="1853578" y="84577"/>
                  </a:lnTo>
                  <a:lnTo>
                    <a:pt x="1811401" y="108699"/>
                  </a:lnTo>
                  <a:lnTo>
                    <a:pt x="1801106" y="143241"/>
                  </a:lnTo>
                  <a:lnTo>
                    <a:pt x="1802249" y="156098"/>
                  </a:lnTo>
                  <a:lnTo>
                    <a:pt x="1829306" y="193749"/>
                  </a:lnTo>
                  <a:lnTo>
                    <a:pt x="1867952" y="202925"/>
                  </a:lnTo>
                  <a:lnTo>
                    <a:pt x="1905354" y="202925"/>
                  </a:lnTo>
                  <a:lnTo>
                    <a:pt x="1943999" y="193749"/>
                  </a:lnTo>
                  <a:lnTo>
                    <a:pt x="1971056" y="156098"/>
                  </a:lnTo>
                  <a:lnTo>
                    <a:pt x="1971350" y="152791"/>
                  </a:lnTo>
                  <a:lnTo>
                    <a:pt x="1874583" y="152791"/>
                  </a:lnTo>
                  <a:lnTo>
                    <a:pt x="1872196" y="151862"/>
                  </a:lnTo>
                  <a:lnTo>
                    <a:pt x="1868482" y="148149"/>
                  </a:lnTo>
                  <a:lnTo>
                    <a:pt x="1867554" y="145761"/>
                  </a:lnTo>
                  <a:lnTo>
                    <a:pt x="1867554" y="139925"/>
                  </a:lnTo>
                  <a:lnTo>
                    <a:pt x="1868482" y="137538"/>
                  </a:lnTo>
                  <a:lnTo>
                    <a:pt x="1872196" y="133824"/>
                  </a:lnTo>
                  <a:lnTo>
                    <a:pt x="1874583" y="132896"/>
                  </a:lnTo>
                  <a:lnTo>
                    <a:pt x="1971279" y="132896"/>
                  </a:lnTo>
                  <a:lnTo>
                    <a:pt x="1971056" y="130384"/>
                  </a:lnTo>
                  <a:lnTo>
                    <a:pt x="1943999" y="92734"/>
                  </a:lnTo>
                  <a:lnTo>
                    <a:pt x="1919728" y="84577"/>
                  </a:lnTo>
                  <a:lnTo>
                    <a:pt x="1905354" y="83557"/>
                  </a:lnTo>
                  <a:close/>
                </a:path>
                <a:path w="2870834" h="314959">
                  <a:moveTo>
                    <a:pt x="1971279" y="132896"/>
                  </a:moveTo>
                  <a:lnTo>
                    <a:pt x="1899120" y="132896"/>
                  </a:lnTo>
                  <a:lnTo>
                    <a:pt x="1901507" y="133824"/>
                  </a:lnTo>
                  <a:lnTo>
                    <a:pt x="1905221" y="137538"/>
                  </a:lnTo>
                  <a:lnTo>
                    <a:pt x="1906149" y="139925"/>
                  </a:lnTo>
                  <a:lnTo>
                    <a:pt x="1906149" y="145761"/>
                  </a:lnTo>
                  <a:lnTo>
                    <a:pt x="1905221" y="148149"/>
                  </a:lnTo>
                  <a:lnTo>
                    <a:pt x="1901507" y="151862"/>
                  </a:lnTo>
                  <a:lnTo>
                    <a:pt x="1899120" y="152791"/>
                  </a:lnTo>
                  <a:lnTo>
                    <a:pt x="1971350" y="152791"/>
                  </a:lnTo>
                  <a:lnTo>
                    <a:pt x="1972200" y="143241"/>
                  </a:lnTo>
                  <a:lnTo>
                    <a:pt x="1971279" y="132896"/>
                  </a:lnTo>
                  <a:close/>
                </a:path>
                <a:path w="2870834" h="314959">
                  <a:moveTo>
                    <a:pt x="2543861" y="190591"/>
                  </a:moveTo>
                  <a:lnTo>
                    <a:pt x="2477015" y="190591"/>
                  </a:lnTo>
                  <a:lnTo>
                    <a:pt x="2477015" y="314335"/>
                  </a:lnTo>
                  <a:lnTo>
                    <a:pt x="2543861" y="314335"/>
                  </a:lnTo>
                  <a:lnTo>
                    <a:pt x="2543861" y="190591"/>
                  </a:lnTo>
                  <a:close/>
                </a:path>
                <a:path w="2870834" h="314959">
                  <a:moveTo>
                    <a:pt x="2465078" y="11936"/>
                  </a:moveTo>
                  <a:lnTo>
                    <a:pt x="2398630" y="11936"/>
                  </a:lnTo>
                  <a:lnTo>
                    <a:pt x="2398630" y="310357"/>
                  </a:lnTo>
                  <a:lnTo>
                    <a:pt x="2465078" y="310357"/>
                  </a:lnTo>
                  <a:lnTo>
                    <a:pt x="2465078" y="190591"/>
                  </a:lnTo>
                  <a:lnTo>
                    <a:pt x="2543861" y="190591"/>
                  </a:lnTo>
                  <a:lnTo>
                    <a:pt x="2543861" y="130906"/>
                  </a:lnTo>
                  <a:lnTo>
                    <a:pt x="2465078" y="130906"/>
                  </a:lnTo>
                  <a:lnTo>
                    <a:pt x="2465078" y="11936"/>
                  </a:lnTo>
                  <a:close/>
                </a:path>
                <a:path w="2870834" h="314959">
                  <a:moveTo>
                    <a:pt x="2543861" y="11936"/>
                  </a:moveTo>
                  <a:lnTo>
                    <a:pt x="2477015" y="11936"/>
                  </a:lnTo>
                  <a:lnTo>
                    <a:pt x="2477015" y="130906"/>
                  </a:lnTo>
                  <a:lnTo>
                    <a:pt x="2543861" y="130906"/>
                  </a:lnTo>
                  <a:lnTo>
                    <a:pt x="2543861" y="11936"/>
                  </a:lnTo>
                  <a:close/>
                </a:path>
                <a:path w="2870834" h="314959">
                  <a:moveTo>
                    <a:pt x="2386693" y="14324"/>
                  </a:moveTo>
                  <a:lnTo>
                    <a:pt x="2249420" y="14324"/>
                  </a:lnTo>
                  <a:lnTo>
                    <a:pt x="2249420" y="74406"/>
                  </a:lnTo>
                  <a:lnTo>
                    <a:pt x="2386693" y="74406"/>
                  </a:lnTo>
                  <a:lnTo>
                    <a:pt x="2386693" y="14324"/>
                  </a:lnTo>
                  <a:close/>
                </a:path>
                <a:path w="2870834" h="314959">
                  <a:moveTo>
                    <a:pt x="2386693" y="242317"/>
                  </a:moveTo>
                  <a:lnTo>
                    <a:pt x="2249420" y="242317"/>
                  </a:lnTo>
                  <a:lnTo>
                    <a:pt x="2249420" y="302399"/>
                  </a:lnTo>
                  <a:lnTo>
                    <a:pt x="2386693" y="302399"/>
                  </a:lnTo>
                  <a:lnTo>
                    <a:pt x="2386693" y="242317"/>
                  </a:lnTo>
                  <a:close/>
                </a:path>
                <a:path w="2870834" h="314959">
                  <a:moveTo>
                    <a:pt x="2311491" y="86342"/>
                  </a:moveTo>
                  <a:lnTo>
                    <a:pt x="2255388" y="86342"/>
                  </a:lnTo>
                  <a:lnTo>
                    <a:pt x="2259765" y="242317"/>
                  </a:lnTo>
                  <a:lnTo>
                    <a:pt x="2313083" y="242317"/>
                  </a:lnTo>
                  <a:lnTo>
                    <a:pt x="2311491" y="86342"/>
                  </a:lnTo>
                  <a:close/>
                </a:path>
                <a:path w="2870834" h="314959">
                  <a:moveTo>
                    <a:pt x="2380725" y="86342"/>
                  </a:moveTo>
                  <a:lnTo>
                    <a:pt x="2324622" y="86342"/>
                  </a:lnTo>
                  <a:lnTo>
                    <a:pt x="2323030" y="242317"/>
                  </a:lnTo>
                  <a:lnTo>
                    <a:pt x="2376348" y="242317"/>
                  </a:lnTo>
                  <a:lnTo>
                    <a:pt x="2380725" y="86342"/>
                  </a:lnTo>
                  <a:close/>
                </a:path>
                <a:path w="2870834" h="314959">
                  <a:moveTo>
                    <a:pt x="2674112" y="215658"/>
                  </a:moveTo>
                  <a:lnTo>
                    <a:pt x="2599706" y="215658"/>
                  </a:lnTo>
                  <a:lnTo>
                    <a:pt x="2599706" y="314335"/>
                  </a:lnTo>
                  <a:lnTo>
                    <a:pt x="2870274" y="314335"/>
                  </a:lnTo>
                  <a:lnTo>
                    <a:pt x="2870274" y="256641"/>
                  </a:lnTo>
                  <a:lnTo>
                    <a:pt x="2674112" y="256641"/>
                  </a:lnTo>
                  <a:lnTo>
                    <a:pt x="2674112" y="215658"/>
                  </a:lnTo>
                  <a:close/>
                </a:path>
                <a:path w="2870834" h="314959">
                  <a:moveTo>
                    <a:pt x="2870274" y="11936"/>
                  </a:moveTo>
                  <a:lnTo>
                    <a:pt x="2795867" y="11936"/>
                  </a:lnTo>
                  <a:lnTo>
                    <a:pt x="2795867" y="78385"/>
                  </a:lnTo>
                  <a:lnTo>
                    <a:pt x="2766026" y="78385"/>
                  </a:lnTo>
                  <a:lnTo>
                    <a:pt x="2766026" y="138069"/>
                  </a:lnTo>
                  <a:lnTo>
                    <a:pt x="2795867" y="138069"/>
                  </a:lnTo>
                  <a:lnTo>
                    <a:pt x="2795867" y="219637"/>
                  </a:lnTo>
                  <a:lnTo>
                    <a:pt x="2870274" y="219637"/>
                  </a:lnTo>
                  <a:lnTo>
                    <a:pt x="2870274" y="11936"/>
                  </a:lnTo>
                  <a:close/>
                </a:path>
                <a:path w="2870834" h="314959">
                  <a:moveTo>
                    <a:pt x="2756874" y="15915"/>
                  </a:moveTo>
                  <a:lnTo>
                    <a:pt x="2591748" y="15915"/>
                  </a:lnTo>
                  <a:lnTo>
                    <a:pt x="2591748" y="200936"/>
                  </a:lnTo>
                  <a:lnTo>
                    <a:pt x="2756874" y="200936"/>
                  </a:lnTo>
                  <a:lnTo>
                    <a:pt x="2756874" y="149210"/>
                  </a:lnTo>
                  <a:lnTo>
                    <a:pt x="2666552" y="149210"/>
                  </a:lnTo>
                  <a:lnTo>
                    <a:pt x="2666552" y="134090"/>
                  </a:lnTo>
                  <a:lnTo>
                    <a:pt x="2748916" y="134090"/>
                  </a:lnTo>
                  <a:lnTo>
                    <a:pt x="2748916" y="82363"/>
                  </a:lnTo>
                  <a:lnTo>
                    <a:pt x="2666552" y="82363"/>
                  </a:lnTo>
                  <a:lnTo>
                    <a:pt x="2666552" y="67641"/>
                  </a:lnTo>
                  <a:lnTo>
                    <a:pt x="2756874" y="67641"/>
                  </a:lnTo>
                  <a:lnTo>
                    <a:pt x="2756874" y="1591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767721" y="8683924"/>
            <a:ext cx="4846972" cy="776730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14240403" y="7758926"/>
            <a:ext cx="3331210" cy="518795"/>
            <a:chOff x="14240403" y="7758926"/>
            <a:chExt cx="3331210" cy="518795"/>
          </a:xfrm>
        </p:grpSpPr>
        <p:sp>
          <p:nvSpPr>
            <p:cNvPr id="20" name="object 20"/>
            <p:cNvSpPr/>
            <p:nvPr/>
          </p:nvSpPr>
          <p:spPr>
            <a:xfrm>
              <a:off x="14240403" y="7758926"/>
              <a:ext cx="2691130" cy="492759"/>
            </a:xfrm>
            <a:custGeom>
              <a:avLst/>
              <a:gdLst/>
              <a:ahLst/>
              <a:cxnLst/>
              <a:rect l="l" t="t" r="r" b="b"/>
              <a:pathLst>
                <a:path w="2691130" h="492759">
                  <a:moveTo>
                    <a:pt x="2691017" y="0"/>
                  </a:moveTo>
                  <a:lnTo>
                    <a:pt x="0" y="0"/>
                  </a:lnTo>
                  <a:lnTo>
                    <a:pt x="0" y="492131"/>
                  </a:lnTo>
                  <a:lnTo>
                    <a:pt x="2691017" y="492131"/>
                  </a:lnTo>
                  <a:lnTo>
                    <a:pt x="2691017" y="0"/>
                  </a:lnTo>
                  <a:close/>
                </a:path>
              </a:pathLst>
            </a:custGeom>
            <a:solidFill>
              <a:srgbClr val="1923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451287" y="7893121"/>
              <a:ext cx="3119937" cy="384365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14282287" y="8596596"/>
            <a:ext cx="4796155" cy="885190"/>
            <a:chOff x="14282287" y="8596596"/>
            <a:chExt cx="4796155" cy="885190"/>
          </a:xfrm>
        </p:grpSpPr>
        <p:sp>
          <p:nvSpPr>
            <p:cNvPr id="23" name="object 23"/>
            <p:cNvSpPr/>
            <p:nvPr/>
          </p:nvSpPr>
          <p:spPr>
            <a:xfrm>
              <a:off x="14282287" y="8596596"/>
              <a:ext cx="4796155" cy="880110"/>
            </a:xfrm>
            <a:custGeom>
              <a:avLst/>
              <a:gdLst/>
              <a:ahLst/>
              <a:cxnLst/>
              <a:rect l="l" t="t" r="r" b="b"/>
              <a:pathLst>
                <a:path w="4796155" h="880109">
                  <a:moveTo>
                    <a:pt x="4795665" y="0"/>
                  </a:moveTo>
                  <a:lnTo>
                    <a:pt x="0" y="0"/>
                  </a:lnTo>
                  <a:lnTo>
                    <a:pt x="0" y="879554"/>
                  </a:lnTo>
                  <a:lnTo>
                    <a:pt x="4795665" y="879554"/>
                  </a:lnTo>
                  <a:lnTo>
                    <a:pt x="4795665" y="0"/>
                  </a:lnTo>
                  <a:close/>
                </a:path>
              </a:pathLst>
            </a:custGeom>
            <a:solidFill>
              <a:srgbClr val="1923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367604" y="8706625"/>
              <a:ext cx="4314493" cy="77497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6904" y="946567"/>
            <a:ext cx="3968750" cy="572135"/>
          </a:xfrm>
          <a:custGeom>
            <a:avLst/>
            <a:gdLst/>
            <a:ahLst/>
            <a:cxnLst/>
            <a:rect l="l" t="t" r="r" b="b"/>
            <a:pathLst>
              <a:path w="3968750" h="572135">
                <a:moveTo>
                  <a:pt x="139995" y="21988"/>
                </a:moveTo>
                <a:lnTo>
                  <a:pt x="0" y="21988"/>
                </a:lnTo>
                <a:lnTo>
                  <a:pt x="0" y="139995"/>
                </a:lnTo>
                <a:lnTo>
                  <a:pt x="36648" y="277059"/>
                </a:lnTo>
                <a:lnTo>
                  <a:pt x="105546" y="277059"/>
                </a:lnTo>
                <a:lnTo>
                  <a:pt x="78426" y="156120"/>
                </a:lnTo>
                <a:lnTo>
                  <a:pt x="139995" y="156120"/>
                </a:lnTo>
                <a:lnTo>
                  <a:pt x="139995" y="21988"/>
                </a:lnTo>
                <a:close/>
              </a:path>
              <a:path w="3968750" h="572135">
                <a:moveTo>
                  <a:pt x="321770" y="21988"/>
                </a:moveTo>
                <a:lnTo>
                  <a:pt x="181774" y="21988"/>
                </a:lnTo>
                <a:lnTo>
                  <a:pt x="181774" y="139995"/>
                </a:lnTo>
                <a:lnTo>
                  <a:pt x="218422" y="277059"/>
                </a:lnTo>
                <a:lnTo>
                  <a:pt x="287321" y="277059"/>
                </a:lnTo>
                <a:lnTo>
                  <a:pt x="260201" y="156120"/>
                </a:lnTo>
                <a:lnTo>
                  <a:pt x="321770" y="156120"/>
                </a:lnTo>
                <a:lnTo>
                  <a:pt x="321770" y="21988"/>
                </a:lnTo>
                <a:close/>
              </a:path>
              <a:path w="3968750" h="572135">
                <a:moveTo>
                  <a:pt x="905700" y="20522"/>
                </a:moveTo>
                <a:lnTo>
                  <a:pt x="407286" y="20522"/>
                </a:lnTo>
                <a:lnTo>
                  <a:pt x="407286" y="296116"/>
                </a:lnTo>
                <a:lnTo>
                  <a:pt x="905700" y="296116"/>
                </a:lnTo>
                <a:lnTo>
                  <a:pt x="905700" y="185439"/>
                </a:lnTo>
                <a:lnTo>
                  <a:pt x="545083" y="185439"/>
                </a:lnTo>
                <a:lnTo>
                  <a:pt x="545083" y="130467"/>
                </a:lnTo>
                <a:lnTo>
                  <a:pt x="905700" y="130467"/>
                </a:lnTo>
                <a:lnTo>
                  <a:pt x="905700" y="20522"/>
                </a:lnTo>
                <a:close/>
              </a:path>
              <a:path w="3968750" h="572135">
                <a:moveTo>
                  <a:pt x="905700" y="130467"/>
                </a:moveTo>
                <a:lnTo>
                  <a:pt x="767903" y="130467"/>
                </a:lnTo>
                <a:lnTo>
                  <a:pt x="767903" y="185439"/>
                </a:lnTo>
                <a:lnTo>
                  <a:pt x="905700" y="185439"/>
                </a:lnTo>
                <a:lnTo>
                  <a:pt x="905700" y="130467"/>
                </a:lnTo>
                <a:close/>
              </a:path>
              <a:path w="3968750" h="572135">
                <a:moveTo>
                  <a:pt x="725391" y="461766"/>
                </a:moveTo>
                <a:lnTo>
                  <a:pt x="587594" y="461766"/>
                </a:lnTo>
                <a:lnTo>
                  <a:pt x="587594" y="571710"/>
                </a:lnTo>
                <a:lnTo>
                  <a:pt x="725391" y="571710"/>
                </a:lnTo>
                <a:lnTo>
                  <a:pt x="725391" y="461766"/>
                </a:lnTo>
                <a:close/>
              </a:path>
              <a:path w="3968750" h="572135">
                <a:moveTo>
                  <a:pt x="920359" y="351088"/>
                </a:moveTo>
                <a:lnTo>
                  <a:pt x="392627" y="351088"/>
                </a:lnTo>
                <a:lnTo>
                  <a:pt x="392627" y="461766"/>
                </a:lnTo>
                <a:lnTo>
                  <a:pt x="920359" y="461766"/>
                </a:lnTo>
                <a:lnTo>
                  <a:pt x="920359" y="351088"/>
                </a:lnTo>
                <a:close/>
              </a:path>
              <a:path w="3968750" h="572135">
                <a:moveTo>
                  <a:pt x="1338033" y="43977"/>
                </a:moveTo>
                <a:lnTo>
                  <a:pt x="1008200" y="43977"/>
                </a:lnTo>
                <a:lnTo>
                  <a:pt x="1008200" y="133399"/>
                </a:lnTo>
                <a:lnTo>
                  <a:pt x="1338033" y="133399"/>
                </a:lnTo>
                <a:lnTo>
                  <a:pt x="1338033" y="43977"/>
                </a:lnTo>
                <a:close/>
              </a:path>
              <a:path w="3968750" h="572135">
                <a:moveTo>
                  <a:pt x="1242015" y="0"/>
                </a:moveTo>
                <a:lnTo>
                  <a:pt x="1104218" y="0"/>
                </a:lnTo>
                <a:lnTo>
                  <a:pt x="1104218" y="43977"/>
                </a:lnTo>
                <a:lnTo>
                  <a:pt x="1242015" y="43977"/>
                </a:lnTo>
                <a:lnTo>
                  <a:pt x="1242015" y="0"/>
                </a:lnTo>
                <a:close/>
              </a:path>
              <a:path w="3968750" h="572135">
                <a:moveTo>
                  <a:pt x="1160656" y="391401"/>
                </a:moveTo>
                <a:lnTo>
                  <a:pt x="1022859" y="391401"/>
                </a:lnTo>
                <a:lnTo>
                  <a:pt x="1022859" y="571710"/>
                </a:lnTo>
                <a:lnTo>
                  <a:pt x="1522739" y="570977"/>
                </a:lnTo>
                <a:lnTo>
                  <a:pt x="1522739" y="468362"/>
                </a:lnTo>
                <a:lnTo>
                  <a:pt x="1160656" y="468362"/>
                </a:lnTo>
                <a:lnTo>
                  <a:pt x="1160656" y="391401"/>
                </a:lnTo>
                <a:close/>
              </a:path>
              <a:path w="3968750" h="572135">
                <a:moveTo>
                  <a:pt x="1522739" y="14659"/>
                </a:moveTo>
                <a:lnTo>
                  <a:pt x="1384943" y="14659"/>
                </a:lnTo>
                <a:lnTo>
                  <a:pt x="1384943" y="391401"/>
                </a:lnTo>
                <a:lnTo>
                  <a:pt x="1522739" y="391401"/>
                </a:lnTo>
                <a:lnTo>
                  <a:pt x="1522739" y="263133"/>
                </a:lnTo>
                <a:lnTo>
                  <a:pt x="1577712" y="263133"/>
                </a:lnTo>
                <a:lnTo>
                  <a:pt x="1577712" y="153189"/>
                </a:lnTo>
                <a:lnTo>
                  <a:pt x="1522739" y="153189"/>
                </a:lnTo>
                <a:lnTo>
                  <a:pt x="1522739" y="14659"/>
                </a:lnTo>
                <a:close/>
              </a:path>
              <a:path w="3968750" h="572135">
                <a:moveTo>
                  <a:pt x="1207566" y="146592"/>
                </a:moveTo>
                <a:lnTo>
                  <a:pt x="1138667" y="146592"/>
                </a:lnTo>
                <a:lnTo>
                  <a:pt x="1112189" y="148470"/>
                </a:lnTo>
                <a:lnTo>
                  <a:pt x="1067478" y="163496"/>
                </a:lnTo>
                <a:lnTo>
                  <a:pt x="1034495" y="192906"/>
                </a:lnTo>
                <a:lnTo>
                  <a:pt x="1017637" y="232852"/>
                </a:lnTo>
                <a:lnTo>
                  <a:pt x="1015530" y="256536"/>
                </a:lnTo>
                <a:lnTo>
                  <a:pt x="1017637" y="280220"/>
                </a:lnTo>
                <a:lnTo>
                  <a:pt x="1034495" y="320166"/>
                </a:lnTo>
                <a:lnTo>
                  <a:pt x="1067478" y="349577"/>
                </a:lnTo>
                <a:lnTo>
                  <a:pt x="1112189" y="364602"/>
                </a:lnTo>
                <a:lnTo>
                  <a:pt x="1138667" y="366481"/>
                </a:lnTo>
                <a:lnTo>
                  <a:pt x="1207566" y="366481"/>
                </a:lnTo>
                <a:lnTo>
                  <a:pt x="1257774" y="358968"/>
                </a:lnTo>
                <a:lnTo>
                  <a:pt x="1296987" y="336429"/>
                </a:lnTo>
                <a:lnTo>
                  <a:pt x="1322274" y="301430"/>
                </a:lnTo>
                <a:lnTo>
                  <a:pt x="1329138" y="274127"/>
                </a:lnTo>
                <a:lnTo>
                  <a:pt x="1150884" y="274127"/>
                </a:lnTo>
                <a:lnTo>
                  <a:pt x="1146486" y="272417"/>
                </a:lnTo>
                <a:lnTo>
                  <a:pt x="1139645" y="265576"/>
                </a:lnTo>
                <a:lnTo>
                  <a:pt x="1137934" y="261178"/>
                </a:lnTo>
                <a:lnTo>
                  <a:pt x="1137934" y="250428"/>
                </a:lnTo>
                <a:lnTo>
                  <a:pt x="1139645" y="246030"/>
                </a:lnTo>
                <a:lnTo>
                  <a:pt x="1146486" y="239189"/>
                </a:lnTo>
                <a:lnTo>
                  <a:pt x="1150884" y="237479"/>
                </a:lnTo>
                <a:lnTo>
                  <a:pt x="1329008" y="237479"/>
                </a:lnTo>
                <a:lnTo>
                  <a:pt x="1328596" y="232852"/>
                </a:lnTo>
                <a:lnTo>
                  <a:pt x="1311738" y="192906"/>
                </a:lnTo>
                <a:lnTo>
                  <a:pt x="1278755" y="163496"/>
                </a:lnTo>
                <a:lnTo>
                  <a:pt x="1234044" y="148470"/>
                </a:lnTo>
                <a:lnTo>
                  <a:pt x="1207566" y="146592"/>
                </a:lnTo>
                <a:close/>
              </a:path>
              <a:path w="3968750" h="572135">
                <a:moveTo>
                  <a:pt x="1329008" y="237479"/>
                </a:moveTo>
                <a:lnTo>
                  <a:pt x="1196083" y="237479"/>
                </a:lnTo>
                <a:lnTo>
                  <a:pt x="1200481" y="239189"/>
                </a:lnTo>
                <a:lnTo>
                  <a:pt x="1207322" y="246030"/>
                </a:lnTo>
                <a:lnTo>
                  <a:pt x="1209032" y="250428"/>
                </a:lnTo>
                <a:lnTo>
                  <a:pt x="1209032" y="261178"/>
                </a:lnTo>
                <a:lnTo>
                  <a:pt x="1207322" y="265576"/>
                </a:lnTo>
                <a:lnTo>
                  <a:pt x="1200481" y="272417"/>
                </a:lnTo>
                <a:lnTo>
                  <a:pt x="1196083" y="274127"/>
                </a:lnTo>
                <a:lnTo>
                  <a:pt x="1329138" y="274127"/>
                </a:lnTo>
                <a:lnTo>
                  <a:pt x="1330703" y="256536"/>
                </a:lnTo>
                <a:lnTo>
                  <a:pt x="1329008" y="237479"/>
                </a:lnTo>
                <a:close/>
              </a:path>
              <a:path w="3968750" h="572135">
                <a:moveTo>
                  <a:pt x="2222512" y="376009"/>
                </a:moveTo>
                <a:lnTo>
                  <a:pt x="2034141" y="376009"/>
                </a:lnTo>
                <a:lnTo>
                  <a:pt x="2034141" y="454436"/>
                </a:lnTo>
                <a:lnTo>
                  <a:pt x="2092045" y="454436"/>
                </a:lnTo>
                <a:lnTo>
                  <a:pt x="2092045" y="564380"/>
                </a:lnTo>
                <a:lnTo>
                  <a:pt x="2222512" y="564380"/>
                </a:lnTo>
                <a:lnTo>
                  <a:pt x="2222512" y="376009"/>
                </a:lnTo>
                <a:close/>
              </a:path>
              <a:path w="3968750" h="572135">
                <a:moveTo>
                  <a:pt x="2062726" y="21988"/>
                </a:moveTo>
                <a:lnTo>
                  <a:pt x="1848701" y="21988"/>
                </a:lnTo>
                <a:lnTo>
                  <a:pt x="1848701" y="131933"/>
                </a:lnTo>
                <a:lnTo>
                  <a:pt x="1932992" y="131933"/>
                </a:lnTo>
                <a:lnTo>
                  <a:pt x="1932992" y="153189"/>
                </a:lnTo>
                <a:lnTo>
                  <a:pt x="1931480" y="213841"/>
                </a:lnTo>
                <a:lnTo>
                  <a:pt x="1926945" y="266798"/>
                </a:lnTo>
                <a:lnTo>
                  <a:pt x="1919386" y="312058"/>
                </a:lnTo>
                <a:lnTo>
                  <a:pt x="1908804" y="349622"/>
                </a:lnTo>
                <a:lnTo>
                  <a:pt x="1878020" y="405877"/>
                </a:lnTo>
                <a:lnTo>
                  <a:pt x="1834042" y="439777"/>
                </a:lnTo>
                <a:lnTo>
                  <a:pt x="1863361" y="549721"/>
                </a:lnTo>
                <a:lnTo>
                  <a:pt x="1909830" y="534094"/>
                </a:lnTo>
                <a:lnTo>
                  <a:pt x="1950143" y="508910"/>
                </a:lnTo>
                <a:lnTo>
                  <a:pt x="1984299" y="474167"/>
                </a:lnTo>
                <a:lnTo>
                  <a:pt x="2012299" y="429867"/>
                </a:lnTo>
                <a:lnTo>
                  <a:pt x="2034141" y="376009"/>
                </a:lnTo>
                <a:lnTo>
                  <a:pt x="2222512" y="376009"/>
                </a:lnTo>
                <a:lnTo>
                  <a:pt x="2222512" y="344492"/>
                </a:lnTo>
                <a:lnTo>
                  <a:pt x="2042936" y="344492"/>
                </a:lnTo>
                <a:lnTo>
                  <a:pt x="2048663" y="319204"/>
                </a:lnTo>
                <a:lnTo>
                  <a:pt x="2053381" y="292451"/>
                </a:lnTo>
                <a:lnTo>
                  <a:pt x="2057092" y="264232"/>
                </a:lnTo>
                <a:lnTo>
                  <a:pt x="2059794" y="234547"/>
                </a:lnTo>
                <a:lnTo>
                  <a:pt x="2222512" y="234547"/>
                </a:lnTo>
                <a:lnTo>
                  <a:pt x="2222512" y="124603"/>
                </a:lnTo>
                <a:lnTo>
                  <a:pt x="2062726" y="124603"/>
                </a:lnTo>
                <a:lnTo>
                  <a:pt x="2062726" y="21988"/>
                </a:lnTo>
                <a:close/>
              </a:path>
              <a:path w="3968750" h="572135">
                <a:moveTo>
                  <a:pt x="2222512" y="234547"/>
                </a:moveTo>
                <a:lnTo>
                  <a:pt x="2092045" y="234547"/>
                </a:lnTo>
                <a:lnTo>
                  <a:pt x="2092045" y="344492"/>
                </a:lnTo>
                <a:lnTo>
                  <a:pt x="2222512" y="344492"/>
                </a:lnTo>
                <a:lnTo>
                  <a:pt x="2222512" y="234547"/>
                </a:lnTo>
                <a:close/>
              </a:path>
              <a:path w="3968750" h="572135">
                <a:moveTo>
                  <a:pt x="2222512" y="14659"/>
                </a:moveTo>
                <a:lnTo>
                  <a:pt x="2092045" y="14659"/>
                </a:lnTo>
                <a:lnTo>
                  <a:pt x="2092045" y="124603"/>
                </a:lnTo>
                <a:lnTo>
                  <a:pt x="2222512" y="124603"/>
                </a:lnTo>
                <a:lnTo>
                  <a:pt x="2222512" y="14659"/>
                </a:lnTo>
                <a:close/>
              </a:path>
              <a:path w="3968750" h="572135">
                <a:moveTo>
                  <a:pt x="2376434" y="14659"/>
                </a:moveTo>
                <a:lnTo>
                  <a:pt x="2245967" y="14659"/>
                </a:lnTo>
                <a:lnTo>
                  <a:pt x="2245967" y="571710"/>
                </a:lnTo>
                <a:lnTo>
                  <a:pt x="2376434" y="571710"/>
                </a:lnTo>
                <a:lnTo>
                  <a:pt x="2376434" y="14659"/>
                </a:lnTo>
                <a:close/>
              </a:path>
              <a:path w="3968750" h="572135">
                <a:moveTo>
                  <a:pt x="2616559" y="351088"/>
                </a:moveTo>
                <a:lnTo>
                  <a:pt x="2478762" y="351088"/>
                </a:lnTo>
                <a:lnTo>
                  <a:pt x="2478762" y="571710"/>
                </a:lnTo>
                <a:lnTo>
                  <a:pt x="2978642" y="571710"/>
                </a:lnTo>
                <a:lnTo>
                  <a:pt x="2978642" y="461033"/>
                </a:lnTo>
                <a:lnTo>
                  <a:pt x="2616559" y="461033"/>
                </a:lnTo>
                <a:lnTo>
                  <a:pt x="2616559" y="351088"/>
                </a:lnTo>
                <a:close/>
              </a:path>
              <a:path w="3968750" h="572135">
                <a:moveTo>
                  <a:pt x="2978642" y="14659"/>
                </a:moveTo>
                <a:lnTo>
                  <a:pt x="2840846" y="14659"/>
                </a:lnTo>
                <a:lnTo>
                  <a:pt x="2840846" y="365748"/>
                </a:lnTo>
                <a:lnTo>
                  <a:pt x="2978642" y="365748"/>
                </a:lnTo>
                <a:lnTo>
                  <a:pt x="2978642" y="241144"/>
                </a:lnTo>
                <a:lnTo>
                  <a:pt x="3033615" y="241144"/>
                </a:lnTo>
                <a:lnTo>
                  <a:pt x="3033615" y="131200"/>
                </a:lnTo>
                <a:lnTo>
                  <a:pt x="2978642" y="131200"/>
                </a:lnTo>
                <a:lnTo>
                  <a:pt x="2978642" y="14659"/>
                </a:lnTo>
                <a:close/>
              </a:path>
              <a:path w="3968750" h="572135">
                <a:moveTo>
                  <a:pt x="2776345" y="20522"/>
                </a:moveTo>
                <a:lnTo>
                  <a:pt x="2464103" y="20522"/>
                </a:lnTo>
                <a:lnTo>
                  <a:pt x="2464103" y="310775"/>
                </a:lnTo>
                <a:lnTo>
                  <a:pt x="2776345" y="310775"/>
                </a:lnTo>
                <a:lnTo>
                  <a:pt x="2776345" y="200831"/>
                </a:lnTo>
                <a:lnTo>
                  <a:pt x="2601900" y="200831"/>
                </a:lnTo>
                <a:lnTo>
                  <a:pt x="2601900" y="131200"/>
                </a:lnTo>
                <a:lnTo>
                  <a:pt x="2776345" y="131200"/>
                </a:lnTo>
                <a:lnTo>
                  <a:pt x="2776345" y="20522"/>
                </a:lnTo>
                <a:close/>
              </a:path>
              <a:path w="3968750" h="572135">
                <a:moveTo>
                  <a:pt x="3200667" y="21988"/>
                </a:moveTo>
                <a:lnTo>
                  <a:pt x="3060671" y="21988"/>
                </a:lnTo>
                <a:lnTo>
                  <a:pt x="3060671" y="156120"/>
                </a:lnTo>
                <a:lnTo>
                  <a:pt x="3122240" y="156120"/>
                </a:lnTo>
                <a:lnTo>
                  <a:pt x="3095120" y="277059"/>
                </a:lnTo>
                <a:lnTo>
                  <a:pt x="3164019" y="277059"/>
                </a:lnTo>
                <a:lnTo>
                  <a:pt x="3200667" y="139995"/>
                </a:lnTo>
                <a:lnTo>
                  <a:pt x="3200667" y="21988"/>
                </a:lnTo>
                <a:close/>
              </a:path>
              <a:path w="3968750" h="572135">
                <a:moveTo>
                  <a:pt x="3382442" y="21988"/>
                </a:moveTo>
                <a:lnTo>
                  <a:pt x="3242446" y="21988"/>
                </a:lnTo>
                <a:lnTo>
                  <a:pt x="3242446" y="156120"/>
                </a:lnTo>
                <a:lnTo>
                  <a:pt x="3304014" y="156120"/>
                </a:lnTo>
                <a:lnTo>
                  <a:pt x="3276895" y="277059"/>
                </a:lnTo>
                <a:lnTo>
                  <a:pt x="3345793" y="277059"/>
                </a:lnTo>
                <a:lnTo>
                  <a:pt x="3382442" y="139995"/>
                </a:lnTo>
                <a:lnTo>
                  <a:pt x="3382442" y="21988"/>
                </a:lnTo>
                <a:close/>
              </a:path>
              <a:path w="3968750" h="572135">
                <a:moveTo>
                  <a:pt x="3968571" y="14659"/>
                </a:moveTo>
                <a:lnTo>
                  <a:pt x="3830774" y="14659"/>
                </a:lnTo>
                <a:lnTo>
                  <a:pt x="3830774" y="571710"/>
                </a:lnTo>
                <a:lnTo>
                  <a:pt x="3968571" y="571710"/>
                </a:lnTo>
                <a:lnTo>
                  <a:pt x="3968571" y="14659"/>
                </a:lnTo>
                <a:close/>
              </a:path>
              <a:path w="3968750" h="572135">
                <a:moveTo>
                  <a:pt x="3621147" y="20522"/>
                </a:moveTo>
                <a:lnTo>
                  <a:pt x="3572323" y="25165"/>
                </a:lnTo>
                <a:lnTo>
                  <a:pt x="3532377" y="39091"/>
                </a:lnTo>
                <a:lnTo>
                  <a:pt x="3501307" y="62301"/>
                </a:lnTo>
                <a:lnTo>
                  <a:pt x="3479115" y="94796"/>
                </a:lnTo>
                <a:lnTo>
                  <a:pt x="3465799" y="136575"/>
                </a:lnTo>
                <a:lnTo>
                  <a:pt x="3461361" y="187638"/>
                </a:lnTo>
                <a:lnTo>
                  <a:pt x="3461361" y="236013"/>
                </a:lnTo>
                <a:lnTo>
                  <a:pt x="3465799" y="287076"/>
                </a:lnTo>
                <a:lnTo>
                  <a:pt x="3479115" y="328855"/>
                </a:lnTo>
                <a:lnTo>
                  <a:pt x="3501307" y="361350"/>
                </a:lnTo>
                <a:lnTo>
                  <a:pt x="3532377" y="384560"/>
                </a:lnTo>
                <a:lnTo>
                  <a:pt x="3572323" y="398487"/>
                </a:lnTo>
                <a:lnTo>
                  <a:pt x="3621147" y="403129"/>
                </a:lnTo>
                <a:lnTo>
                  <a:pt x="3658940" y="400517"/>
                </a:lnTo>
                <a:lnTo>
                  <a:pt x="3719409" y="379628"/>
                </a:lnTo>
                <a:lnTo>
                  <a:pt x="3759722" y="337574"/>
                </a:lnTo>
                <a:lnTo>
                  <a:pt x="3775798" y="293184"/>
                </a:lnTo>
                <a:lnTo>
                  <a:pt x="3621147" y="293184"/>
                </a:lnTo>
                <a:lnTo>
                  <a:pt x="3609282" y="291444"/>
                </a:lnTo>
                <a:lnTo>
                  <a:pt x="3600807" y="286221"/>
                </a:lnTo>
                <a:lnTo>
                  <a:pt x="3595722" y="277517"/>
                </a:lnTo>
                <a:lnTo>
                  <a:pt x="3594027" y="265332"/>
                </a:lnTo>
                <a:lnTo>
                  <a:pt x="3594027" y="158319"/>
                </a:lnTo>
                <a:lnTo>
                  <a:pt x="3595722" y="146134"/>
                </a:lnTo>
                <a:lnTo>
                  <a:pt x="3600807" y="137430"/>
                </a:lnTo>
                <a:lnTo>
                  <a:pt x="3609282" y="132208"/>
                </a:lnTo>
                <a:lnTo>
                  <a:pt x="3621147" y="130467"/>
                </a:lnTo>
                <a:lnTo>
                  <a:pt x="3775771" y="130467"/>
                </a:lnTo>
                <a:lnTo>
                  <a:pt x="3772320" y="115075"/>
                </a:lnTo>
                <a:lnTo>
                  <a:pt x="3742085" y="63034"/>
                </a:lnTo>
                <a:lnTo>
                  <a:pt x="3691694" y="31150"/>
                </a:lnTo>
                <a:lnTo>
                  <a:pt x="3658940" y="23179"/>
                </a:lnTo>
                <a:lnTo>
                  <a:pt x="3621147" y="20522"/>
                </a:lnTo>
                <a:close/>
              </a:path>
              <a:path w="3968750" h="572135">
                <a:moveTo>
                  <a:pt x="3775771" y="130467"/>
                </a:moveTo>
                <a:lnTo>
                  <a:pt x="3621147" y="130467"/>
                </a:lnTo>
                <a:lnTo>
                  <a:pt x="3633011" y="132208"/>
                </a:lnTo>
                <a:lnTo>
                  <a:pt x="3641486" y="137430"/>
                </a:lnTo>
                <a:lnTo>
                  <a:pt x="3646571" y="146134"/>
                </a:lnTo>
                <a:lnTo>
                  <a:pt x="3648266" y="158319"/>
                </a:lnTo>
                <a:lnTo>
                  <a:pt x="3648266" y="265332"/>
                </a:lnTo>
                <a:lnTo>
                  <a:pt x="3646571" y="277517"/>
                </a:lnTo>
                <a:lnTo>
                  <a:pt x="3641486" y="286221"/>
                </a:lnTo>
                <a:lnTo>
                  <a:pt x="3633011" y="291444"/>
                </a:lnTo>
                <a:lnTo>
                  <a:pt x="3621147" y="293184"/>
                </a:lnTo>
                <a:lnTo>
                  <a:pt x="3775798" y="293184"/>
                </a:lnTo>
                <a:lnTo>
                  <a:pt x="3779879" y="274906"/>
                </a:lnTo>
                <a:lnTo>
                  <a:pt x="3782398" y="236013"/>
                </a:lnTo>
                <a:lnTo>
                  <a:pt x="3782398" y="187638"/>
                </a:lnTo>
                <a:lnTo>
                  <a:pt x="3779879" y="148791"/>
                </a:lnTo>
                <a:lnTo>
                  <a:pt x="3775771" y="130467"/>
                </a:lnTo>
                <a:close/>
              </a:path>
              <a:path w="3968750" h="572135">
                <a:moveTo>
                  <a:pt x="3808785" y="439777"/>
                </a:moveTo>
                <a:lnTo>
                  <a:pt x="3454031" y="439777"/>
                </a:lnTo>
                <a:lnTo>
                  <a:pt x="3454031" y="549721"/>
                </a:lnTo>
                <a:lnTo>
                  <a:pt x="3808785" y="549721"/>
                </a:lnTo>
                <a:lnTo>
                  <a:pt x="3808785" y="4397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953370" y="953897"/>
            <a:ext cx="2589530" cy="564515"/>
          </a:xfrm>
          <a:custGeom>
            <a:avLst/>
            <a:gdLst/>
            <a:ahLst/>
            <a:cxnLst/>
            <a:rect l="l" t="t" r="r" b="b"/>
            <a:pathLst>
              <a:path w="2589529" h="564515">
                <a:moveTo>
                  <a:pt x="255803" y="43977"/>
                </a:moveTo>
                <a:lnTo>
                  <a:pt x="0" y="43977"/>
                </a:lnTo>
                <a:lnTo>
                  <a:pt x="0" y="133399"/>
                </a:lnTo>
                <a:lnTo>
                  <a:pt x="255803" y="133399"/>
                </a:lnTo>
                <a:lnTo>
                  <a:pt x="255803" y="43977"/>
                </a:lnTo>
                <a:close/>
              </a:path>
              <a:path w="2589529" h="564515">
                <a:moveTo>
                  <a:pt x="191302" y="0"/>
                </a:moveTo>
                <a:lnTo>
                  <a:pt x="68165" y="0"/>
                </a:lnTo>
                <a:lnTo>
                  <a:pt x="68165" y="43977"/>
                </a:lnTo>
                <a:lnTo>
                  <a:pt x="191302" y="43977"/>
                </a:lnTo>
                <a:lnTo>
                  <a:pt x="191302" y="0"/>
                </a:lnTo>
                <a:close/>
              </a:path>
              <a:path w="2589529" h="564515">
                <a:moveTo>
                  <a:pt x="397265" y="7329"/>
                </a:moveTo>
                <a:lnTo>
                  <a:pt x="274127" y="7329"/>
                </a:lnTo>
                <a:lnTo>
                  <a:pt x="274127" y="369412"/>
                </a:lnTo>
                <a:lnTo>
                  <a:pt x="397265" y="369412"/>
                </a:lnTo>
                <a:lnTo>
                  <a:pt x="397265" y="244076"/>
                </a:lnTo>
                <a:lnTo>
                  <a:pt x="542391" y="244076"/>
                </a:lnTo>
                <a:lnTo>
                  <a:pt x="542391" y="134132"/>
                </a:lnTo>
                <a:lnTo>
                  <a:pt x="397265" y="134132"/>
                </a:lnTo>
                <a:lnTo>
                  <a:pt x="397265" y="7329"/>
                </a:lnTo>
                <a:close/>
              </a:path>
              <a:path w="2589529" h="564515">
                <a:moveTo>
                  <a:pt x="542391" y="244076"/>
                </a:moveTo>
                <a:lnTo>
                  <a:pt x="419254" y="244076"/>
                </a:lnTo>
                <a:lnTo>
                  <a:pt x="419254" y="369412"/>
                </a:lnTo>
                <a:lnTo>
                  <a:pt x="542391" y="369412"/>
                </a:lnTo>
                <a:lnTo>
                  <a:pt x="542391" y="244076"/>
                </a:lnTo>
                <a:close/>
              </a:path>
              <a:path w="2589529" h="564515">
                <a:moveTo>
                  <a:pt x="542391" y="7329"/>
                </a:moveTo>
                <a:lnTo>
                  <a:pt x="419254" y="7329"/>
                </a:lnTo>
                <a:lnTo>
                  <a:pt x="419254" y="134132"/>
                </a:lnTo>
                <a:lnTo>
                  <a:pt x="542391" y="134132"/>
                </a:lnTo>
                <a:lnTo>
                  <a:pt x="542391" y="7329"/>
                </a:lnTo>
                <a:close/>
              </a:path>
              <a:path w="2589529" h="564515">
                <a:moveTo>
                  <a:pt x="129734" y="137796"/>
                </a:moveTo>
                <a:lnTo>
                  <a:pt x="80442" y="146042"/>
                </a:lnTo>
                <a:lnTo>
                  <a:pt x="41045" y="170780"/>
                </a:lnTo>
                <a:lnTo>
                  <a:pt x="15758" y="208344"/>
                </a:lnTo>
                <a:lnTo>
                  <a:pt x="7329" y="255070"/>
                </a:lnTo>
                <a:lnTo>
                  <a:pt x="9436" y="279579"/>
                </a:lnTo>
                <a:lnTo>
                  <a:pt x="26294" y="321724"/>
                </a:lnTo>
                <a:lnTo>
                  <a:pt x="59507" y="353791"/>
                </a:lnTo>
                <a:lnTo>
                  <a:pt x="103851" y="370283"/>
                </a:lnTo>
                <a:lnTo>
                  <a:pt x="129734" y="372344"/>
                </a:lnTo>
                <a:lnTo>
                  <a:pt x="155571" y="370283"/>
                </a:lnTo>
                <a:lnTo>
                  <a:pt x="199548" y="353791"/>
                </a:lnTo>
                <a:lnTo>
                  <a:pt x="232761" y="321724"/>
                </a:lnTo>
                <a:lnTo>
                  <a:pt x="249985" y="279579"/>
                </a:lnTo>
                <a:lnTo>
                  <a:pt x="250593" y="272661"/>
                </a:lnTo>
                <a:lnTo>
                  <a:pt x="124359" y="272661"/>
                </a:lnTo>
                <a:lnTo>
                  <a:pt x="119961" y="270951"/>
                </a:lnTo>
                <a:lnTo>
                  <a:pt x="113120" y="264110"/>
                </a:lnTo>
                <a:lnTo>
                  <a:pt x="111410" y="259712"/>
                </a:lnTo>
                <a:lnTo>
                  <a:pt x="111410" y="248962"/>
                </a:lnTo>
                <a:lnTo>
                  <a:pt x="113120" y="244564"/>
                </a:lnTo>
                <a:lnTo>
                  <a:pt x="119961" y="237724"/>
                </a:lnTo>
                <a:lnTo>
                  <a:pt x="124359" y="236013"/>
                </a:lnTo>
                <a:lnTo>
                  <a:pt x="250464" y="236013"/>
                </a:lnTo>
                <a:lnTo>
                  <a:pt x="249985" y="230562"/>
                </a:lnTo>
                <a:lnTo>
                  <a:pt x="232761" y="188417"/>
                </a:lnTo>
                <a:lnTo>
                  <a:pt x="199548" y="156349"/>
                </a:lnTo>
                <a:lnTo>
                  <a:pt x="155571" y="139858"/>
                </a:lnTo>
                <a:lnTo>
                  <a:pt x="129734" y="137796"/>
                </a:lnTo>
                <a:close/>
              </a:path>
              <a:path w="2589529" h="564515">
                <a:moveTo>
                  <a:pt x="250464" y="236013"/>
                </a:moveTo>
                <a:lnTo>
                  <a:pt x="135109" y="236013"/>
                </a:lnTo>
                <a:lnTo>
                  <a:pt x="139507" y="237724"/>
                </a:lnTo>
                <a:lnTo>
                  <a:pt x="146347" y="244564"/>
                </a:lnTo>
                <a:lnTo>
                  <a:pt x="148058" y="248962"/>
                </a:lnTo>
                <a:lnTo>
                  <a:pt x="148058" y="259712"/>
                </a:lnTo>
                <a:lnTo>
                  <a:pt x="146347" y="264110"/>
                </a:lnTo>
                <a:lnTo>
                  <a:pt x="139507" y="270951"/>
                </a:lnTo>
                <a:lnTo>
                  <a:pt x="135109" y="272661"/>
                </a:lnTo>
                <a:lnTo>
                  <a:pt x="250593" y="272661"/>
                </a:lnTo>
                <a:lnTo>
                  <a:pt x="252138" y="255070"/>
                </a:lnTo>
                <a:lnTo>
                  <a:pt x="250464" y="236013"/>
                </a:lnTo>
                <a:close/>
              </a:path>
              <a:path w="2589529" h="564515">
                <a:moveTo>
                  <a:pt x="543857" y="391401"/>
                </a:moveTo>
                <a:lnTo>
                  <a:pt x="43977" y="392134"/>
                </a:lnTo>
                <a:lnTo>
                  <a:pt x="43977" y="487419"/>
                </a:lnTo>
                <a:lnTo>
                  <a:pt x="406060" y="487419"/>
                </a:lnTo>
                <a:lnTo>
                  <a:pt x="406060" y="564380"/>
                </a:lnTo>
                <a:lnTo>
                  <a:pt x="543857" y="564380"/>
                </a:lnTo>
                <a:lnTo>
                  <a:pt x="543857" y="391401"/>
                </a:lnTo>
                <a:close/>
              </a:path>
              <a:path w="2589529" h="564515">
                <a:moveTo>
                  <a:pt x="1145109" y="7329"/>
                </a:moveTo>
                <a:lnTo>
                  <a:pt x="1007312" y="7329"/>
                </a:lnTo>
                <a:lnTo>
                  <a:pt x="1007312" y="307844"/>
                </a:lnTo>
                <a:lnTo>
                  <a:pt x="1145109" y="307844"/>
                </a:lnTo>
                <a:lnTo>
                  <a:pt x="1145109" y="7329"/>
                </a:lnTo>
                <a:close/>
              </a:path>
              <a:path w="2589529" h="564515">
                <a:moveTo>
                  <a:pt x="860720" y="14659"/>
                </a:moveTo>
                <a:lnTo>
                  <a:pt x="723656" y="14659"/>
                </a:lnTo>
                <a:lnTo>
                  <a:pt x="723656" y="68165"/>
                </a:lnTo>
                <a:lnTo>
                  <a:pt x="721732" y="98445"/>
                </a:lnTo>
                <a:lnTo>
                  <a:pt x="706340" y="147187"/>
                </a:lnTo>
                <a:lnTo>
                  <a:pt x="676609" y="179758"/>
                </a:lnTo>
                <a:lnTo>
                  <a:pt x="638862" y="195884"/>
                </a:lnTo>
                <a:lnTo>
                  <a:pt x="617377" y="197899"/>
                </a:lnTo>
                <a:lnTo>
                  <a:pt x="646695" y="307844"/>
                </a:lnTo>
                <a:lnTo>
                  <a:pt x="686825" y="303995"/>
                </a:lnTo>
                <a:lnTo>
                  <a:pt x="725122" y="292451"/>
                </a:lnTo>
                <a:lnTo>
                  <a:pt x="761037" y="273028"/>
                </a:lnTo>
                <a:lnTo>
                  <a:pt x="792555" y="247008"/>
                </a:lnTo>
                <a:lnTo>
                  <a:pt x="953904" y="247008"/>
                </a:lnTo>
                <a:lnTo>
                  <a:pt x="967000" y="197899"/>
                </a:lnTo>
                <a:lnTo>
                  <a:pt x="945515" y="195884"/>
                </a:lnTo>
                <a:lnTo>
                  <a:pt x="925770" y="189837"/>
                </a:lnTo>
                <a:lnTo>
                  <a:pt x="891504" y="165649"/>
                </a:lnTo>
                <a:lnTo>
                  <a:pt x="868416" y="124786"/>
                </a:lnTo>
                <a:lnTo>
                  <a:pt x="860720" y="68165"/>
                </a:lnTo>
                <a:lnTo>
                  <a:pt x="860720" y="14659"/>
                </a:lnTo>
                <a:close/>
              </a:path>
              <a:path w="2589529" h="564515">
                <a:moveTo>
                  <a:pt x="953904" y="247008"/>
                </a:moveTo>
                <a:lnTo>
                  <a:pt x="792555" y="247008"/>
                </a:lnTo>
                <a:lnTo>
                  <a:pt x="807397" y="260842"/>
                </a:lnTo>
                <a:lnTo>
                  <a:pt x="840380" y="283564"/>
                </a:lnTo>
                <a:lnTo>
                  <a:pt x="877762" y="299185"/>
                </a:lnTo>
                <a:lnTo>
                  <a:pt x="917342" y="306882"/>
                </a:lnTo>
                <a:lnTo>
                  <a:pt x="937681" y="307844"/>
                </a:lnTo>
                <a:lnTo>
                  <a:pt x="953904" y="247008"/>
                </a:lnTo>
                <a:close/>
              </a:path>
              <a:path w="2589529" h="564515">
                <a:moveTo>
                  <a:pt x="1145109" y="334963"/>
                </a:moveTo>
                <a:lnTo>
                  <a:pt x="646695" y="334963"/>
                </a:lnTo>
                <a:lnTo>
                  <a:pt x="646695" y="564380"/>
                </a:lnTo>
                <a:lnTo>
                  <a:pt x="1145109" y="564380"/>
                </a:lnTo>
                <a:lnTo>
                  <a:pt x="1145109" y="465430"/>
                </a:lnTo>
                <a:lnTo>
                  <a:pt x="784492" y="465430"/>
                </a:lnTo>
                <a:lnTo>
                  <a:pt x="784492" y="433913"/>
                </a:lnTo>
                <a:lnTo>
                  <a:pt x="1145109" y="433913"/>
                </a:lnTo>
                <a:lnTo>
                  <a:pt x="1145109" y="334963"/>
                </a:lnTo>
                <a:close/>
              </a:path>
              <a:path w="2589529" h="564515">
                <a:moveTo>
                  <a:pt x="1145109" y="433913"/>
                </a:moveTo>
                <a:lnTo>
                  <a:pt x="1007312" y="433913"/>
                </a:lnTo>
                <a:lnTo>
                  <a:pt x="1007312" y="465430"/>
                </a:lnTo>
                <a:lnTo>
                  <a:pt x="1145109" y="465430"/>
                </a:lnTo>
                <a:lnTo>
                  <a:pt x="1145109" y="433913"/>
                </a:lnTo>
                <a:close/>
              </a:path>
              <a:path w="2589529" h="564515">
                <a:moveTo>
                  <a:pt x="1980772" y="432447"/>
                </a:moveTo>
                <a:lnTo>
                  <a:pt x="1453039" y="432447"/>
                </a:lnTo>
                <a:lnTo>
                  <a:pt x="1453039" y="542391"/>
                </a:lnTo>
                <a:lnTo>
                  <a:pt x="1980772" y="542391"/>
                </a:lnTo>
                <a:lnTo>
                  <a:pt x="1980772" y="432447"/>
                </a:lnTo>
                <a:close/>
              </a:path>
              <a:path w="2589529" h="564515">
                <a:moveTo>
                  <a:pt x="1785804" y="337162"/>
                </a:moveTo>
                <a:lnTo>
                  <a:pt x="1648007" y="337162"/>
                </a:lnTo>
                <a:lnTo>
                  <a:pt x="1648007" y="432447"/>
                </a:lnTo>
                <a:lnTo>
                  <a:pt x="1785804" y="432447"/>
                </a:lnTo>
                <a:lnTo>
                  <a:pt x="1785804" y="337162"/>
                </a:lnTo>
                <a:close/>
              </a:path>
              <a:path w="2589529" h="564515">
                <a:moveTo>
                  <a:pt x="1802662" y="124603"/>
                </a:moveTo>
                <a:lnTo>
                  <a:pt x="1631149" y="124603"/>
                </a:lnTo>
                <a:lnTo>
                  <a:pt x="1618597" y="148379"/>
                </a:lnTo>
                <a:lnTo>
                  <a:pt x="1602930" y="169863"/>
                </a:lnTo>
                <a:lnTo>
                  <a:pt x="1562251" y="205962"/>
                </a:lnTo>
                <a:lnTo>
                  <a:pt x="1511493" y="230150"/>
                </a:lnTo>
                <a:lnTo>
                  <a:pt x="1453039" y="241144"/>
                </a:lnTo>
                <a:lnTo>
                  <a:pt x="1482358" y="343759"/>
                </a:lnTo>
                <a:lnTo>
                  <a:pt x="1552356" y="332215"/>
                </a:lnTo>
                <a:lnTo>
                  <a:pt x="1615757" y="309309"/>
                </a:lnTo>
                <a:lnTo>
                  <a:pt x="1671462" y="275593"/>
                </a:lnTo>
                <a:lnTo>
                  <a:pt x="1716906" y="233081"/>
                </a:lnTo>
                <a:lnTo>
                  <a:pt x="1933914" y="233081"/>
                </a:lnTo>
                <a:lnTo>
                  <a:pt x="1895977" y="219705"/>
                </a:lnTo>
                <a:lnTo>
                  <a:pt x="1849663" y="189058"/>
                </a:lnTo>
                <a:lnTo>
                  <a:pt x="1815214" y="148379"/>
                </a:lnTo>
                <a:lnTo>
                  <a:pt x="1802662" y="124603"/>
                </a:lnTo>
                <a:close/>
              </a:path>
              <a:path w="2589529" h="564515">
                <a:moveTo>
                  <a:pt x="1933914" y="233081"/>
                </a:moveTo>
                <a:lnTo>
                  <a:pt x="1716906" y="233081"/>
                </a:lnTo>
                <a:lnTo>
                  <a:pt x="1738299" y="255437"/>
                </a:lnTo>
                <a:lnTo>
                  <a:pt x="1788507" y="293551"/>
                </a:lnTo>
                <a:lnTo>
                  <a:pt x="1848518" y="322182"/>
                </a:lnTo>
                <a:lnTo>
                  <a:pt x="1915584" y="339407"/>
                </a:lnTo>
                <a:lnTo>
                  <a:pt x="1951453" y="343759"/>
                </a:lnTo>
                <a:lnTo>
                  <a:pt x="1980772" y="241144"/>
                </a:lnTo>
                <a:lnTo>
                  <a:pt x="1950583" y="237296"/>
                </a:lnTo>
                <a:lnTo>
                  <a:pt x="1933914" y="233081"/>
                </a:lnTo>
                <a:close/>
              </a:path>
              <a:path w="2589529" h="564515">
                <a:moveTo>
                  <a:pt x="1966113" y="14659"/>
                </a:moveTo>
                <a:lnTo>
                  <a:pt x="1467698" y="14659"/>
                </a:lnTo>
                <a:lnTo>
                  <a:pt x="1467698" y="124603"/>
                </a:lnTo>
                <a:lnTo>
                  <a:pt x="1966113" y="124603"/>
                </a:lnTo>
                <a:lnTo>
                  <a:pt x="1966113" y="14659"/>
                </a:lnTo>
                <a:close/>
              </a:path>
              <a:path w="2589529" h="564515">
                <a:moveTo>
                  <a:pt x="2228399" y="355486"/>
                </a:moveTo>
                <a:lnTo>
                  <a:pt x="2090601" y="355486"/>
                </a:lnTo>
                <a:lnTo>
                  <a:pt x="2090601" y="564380"/>
                </a:lnTo>
                <a:lnTo>
                  <a:pt x="2589016" y="564380"/>
                </a:lnTo>
                <a:lnTo>
                  <a:pt x="2589016" y="454436"/>
                </a:lnTo>
                <a:lnTo>
                  <a:pt x="2228399" y="454436"/>
                </a:lnTo>
                <a:lnTo>
                  <a:pt x="2228399" y="355486"/>
                </a:lnTo>
                <a:close/>
              </a:path>
              <a:path w="2589529" h="564515">
                <a:moveTo>
                  <a:pt x="2589016" y="189104"/>
                </a:moveTo>
                <a:lnTo>
                  <a:pt x="2359599" y="189104"/>
                </a:lnTo>
                <a:lnTo>
                  <a:pt x="2359599" y="237479"/>
                </a:lnTo>
                <a:lnTo>
                  <a:pt x="2451219" y="237479"/>
                </a:lnTo>
                <a:lnTo>
                  <a:pt x="2451219" y="370145"/>
                </a:lnTo>
                <a:lnTo>
                  <a:pt x="2589016" y="370145"/>
                </a:lnTo>
                <a:lnTo>
                  <a:pt x="2589016" y="189104"/>
                </a:lnTo>
                <a:close/>
              </a:path>
              <a:path w="2589529" h="564515">
                <a:moveTo>
                  <a:pt x="2388917" y="14659"/>
                </a:moveTo>
                <a:lnTo>
                  <a:pt x="2075943" y="14659"/>
                </a:lnTo>
                <a:lnTo>
                  <a:pt x="2075943" y="123137"/>
                </a:lnTo>
                <a:lnTo>
                  <a:pt x="2238660" y="123137"/>
                </a:lnTo>
                <a:lnTo>
                  <a:pt x="2235453" y="142927"/>
                </a:lnTo>
                <a:lnTo>
                  <a:pt x="2209799" y="175910"/>
                </a:lnTo>
                <a:lnTo>
                  <a:pt x="2160233" y="199365"/>
                </a:lnTo>
                <a:lnTo>
                  <a:pt x="2097198" y="211093"/>
                </a:lnTo>
                <a:lnTo>
                  <a:pt x="2061283" y="212558"/>
                </a:lnTo>
                <a:lnTo>
                  <a:pt x="2075943" y="322503"/>
                </a:lnTo>
                <a:lnTo>
                  <a:pt x="2128716" y="320716"/>
                </a:lnTo>
                <a:lnTo>
                  <a:pt x="2176358" y="315356"/>
                </a:lnTo>
                <a:lnTo>
                  <a:pt x="2218870" y="306423"/>
                </a:lnTo>
                <a:lnTo>
                  <a:pt x="2256251" y="293917"/>
                </a:lnTo>
                <a:lnTo>
                  <a:pt x="2316904" y="253055"/>
                </a:lnTo>
                <a:lnTo>
                  <a:pt x="2359599" y="189104"/>
                </a:lnTo>
                <a:lnTo>
                  <a:pt x="2589016" y="189104"/>
                </a:lnTo>
                <a:lnTo>
                  <a:pt x="2589016" y="126802"/>
                </a:lnTo>
                <a:lnTo>
                  <a:pt x="2378656" y="126802"/>
                </a:lnTo>
                <a:lnTo>
                  <a:pt x="2383145" y="101102"/>
                </a:lnTo>
                <a:lnTo>
                  <a:pt x="2386352" y="73845"/>
                </a:lnTo>
                <a:lnTo>
                  <a:pt x="2388276" y="45031"/>
                </a:lnTo>
                <a:lnTo>
                  <a:pt x="2388917" y="14659"/>
                </a:lnTo>
                <a:close/>
              </a:path>
              <a:path w="2589529" h="564515">
                <a:moveTo>
                  <a:pt x="2589016" y="7329"/>
                </a:moveTo>
                <a:lnTo>
                  <a:pt x="2451219" y="7329"/>
                </a:lnTo>
                <a:lnTo>
                  <a:pt x="2451219" y="126802"/>
                </a:lnTo>
                <a:lnTo>
                  <a:pt x="2589016" y="126802"/>
                </a:lnTo>
                <a:lnTo>
                  <a:pt x="2589016" y="7329"/>
                </a:lnTo>
                <a:close/>
              </a:path>
            </a:pathLst>
          </a:custGeom>
          <a:solidFill>
            <a:srgbClr val="00FF8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481660" y="3947523"/>
            <a:ext cx="7110095" cy="5393055"/>
            <a:chOff x="481660" y="3947523"/>
            <a:chExt cx="7110095" cy="53930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1660" y="3947523"/>
              <a:ext cx="7109731" cy="539250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02602" y="4293062"/>
              <a:ext cx="83820" cy="4659630"/>
            </a:xfrm>
            <a:custGeom>
              <a:avLst/>
              <a:gdLst/>
              <a:ahLst/>
              <a:cxnLst/>
              <a:rect l="l" t="t" r="r" b="b"/>
              <a:pathLst>
                <a:path w="83820" h="4659630">
                  <a:moveTo>
                    <a:pt x="41883" y="0"/>
                  </a:moveTo>
                  <a:lnTo>
                    <a:pt x="25580" y="3291"/>
                  </a:lnTo>
                  <a:lnTo>
                    <a:pt x="12267" y="12267"/>
                  </a:lnTo>
                  <a:lnTo>
                    <a:pt x="3291" y="25580"/>
                  </a:lnTo>
                  <a:lnTo>
                    <a:pt x="0" y="41883"/>
                  </a:lnTo>
                  <a:lnTo>
                    <a:pt x="0" y="4617660"/>
                  </a:lnTo>
                  <a:lnTo>
                    <a:pt x="3291" y="4633963"/>
                  </a:lnTo>
                  <a:lnTo>
                    <a:pt x="12267" y="4647276"/>
                  </a:lnTo>
                  <a:lnTo>
                    <a:pt x="25580" y="4656252"/>
                  </a:lnTo>
                  <a:lnTo>
                    <a:pt x="41883" y="4659543"/>
                  </a:lnTo>
                  <a:lnTo>
                    <a:pt x="58186" y="4656252"/>
                  </a:lnTo>
                  <a:lnTo>
                    <a:pt x="71499" y="4647276"/>
                  </a:lnTo>
                  <a:lnTo>
                    <a:pt x="80475" y="4633963"/>
                  </a:lnTo>
                  <a:lnTo>
                    <a:pt x="83767" y="4617660"/>
                  </a:lnTo>
                  <a:lnTo>
                    <a:pt x="83767" y="41883"/>
                  </a:lnTo>
                  <a:lnTo>
                    <a:pt x="80475" y="25580"/>
                  </a:lnTo>
                  <a:lnTo>
                    <a:pt x="71499" y="12267"/>
                  </a:lnTo>
                  <a:lnTo>
                    <a:pt x="58186" y="3291"/>
                  </a:lnTo>
                  <a:lnTo>
                    <a:pt x="41883" y="0"/>
                  </a:lnTo>
                  <a:close/>
                </a:path>
              </a:pathLst>
            </a:custGeom>
            <a:solidFill>
              <a:srgbClr val="00FF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16890" y="4645052"/>
              <a:ext cx="1462405" cy="354330"/>
            </a:xfrm>
            <a:custGeom>
              <a:avLst/>
              <a:gdLst/>
              <a:ahLst/>
              <a:cxnLst/>
              <a:rect l="l" t="t" r="r" b="b"/>
              <a:pathLst>
                <a:path w="1462405" h="354329">
                  <a:moveTo>
                    <a:pt x="53904" y="32417"/>
                  </a:moveTo>
                  <a:lnTo>
                    <a:pt x="0" y="32417"/>
                  </a:lnTo>
                  <a:lnTo>
                    <a:pt x="0" y="78782"/>
                  </a:lnTo>
                  <a:lnTo>
                    <a:pt x="167743" y="78782"/>
                  </a:lnTo>
                  <a:lnTo>
                    <a:pt x="167743" y="65966"/>
                  </a:lnTo>
                  <a:lnTo>
                    <a:pt x="53904" y="65966"/>
                  </a:lnTo>
                  <a:lnTo>
                    <a:pt x="53904" y="32417"/>
                  </a:lnTo>
                  <a:close/>
                </a:path>
                <a:path w="1462405" h="354329">
                  <a:moveTo>
                    <a:pt x="113839" y="3392"/>
                  </a:moveTo>
                  <a:lnTo>
                    <a:pt x="53904" y="3392"/>
                  </a:lnTo>
                  <a:lnTo>
                    <a:pt x="53904" y="65966"/>
                  </a:lnTo>
                  <a:lnTo>
                    <a:pt x="113839" y="65966"/>
                  </a:lnTo>
                  <a:lnTo>
                    <a:pt x="113839" y="3392"/>
                  </a:lnTo>
                  <a:close/>
                </a:path>
                <a:path w="1462405" h="354329">
                  <a:moveTo>
                    <a:pt x="167743" y="32417"/>
                  </a:moveTo>
                  <a:lnTo>
                    <a:pt x="113839" y="32417"/>
                  </a:lnTo>
                  <a:lnTo>
                    <a:pt x="113839" y="65966"/>
                  </a:lnTo>
                  <a:lnTo>
                    <a:pt x="167743" y="65966"/>
                  </a:lnTo>
                  <a:lnTo>
                    <a:pt x="167743" y="32417"/>
                  </a:lnTo>
                  <a:close/>
                </a:path>
                <a:path w="1462405" h="354329">
                  <a:moveTo>
                    <a:pt x="84437" y="86698"/>
                  </a:moveTo>
                  <a:lnTo>
                    <a:pt x="44857" y="94991"/>
                  </a:lnTo>
                  <a:lnTo>
                    <a:pt x="13051" y="125030"/>
                  </a:lnTo>
                  <a:lnTo>
                    <a:pt x="7539" y="150403"/>
                  </a:lnTo>
                  <a:lnTo>
                    <a:pt x="8151" y="159544"/>
                  </a:lnTo>
                  <a:lnTo>
                    <a:pt x="29308" y="196391"/>
                  </a:lnTo>
                  <a:lnTo>
                    <a:pt x="73764" y="213967"/>
                  </a:lnTo>
                  <a:lnTo>
                    <a:pt x="84437" y="214485"/>
                  </a:lnTo>
                  <a:lnTo>
                    <a:pt x="95251" y="213967"/>
                  </a:lnTo>
                  <a:lnTo>
                    <a:pt x="132215" y="201669"/>
                  </a:lnTo>
                  <a:lnTo>
                    <a:pt x="157743" y="170759"/>
                  </a:lnTo>
                  <a:lnTo>
                    <a:pt x="77652" y="170759"/>
                  </a:lnTo>
                  <a:lnTo>
                    <a:pt x="72123" y="169251"/>
                  </a:lnTo>
                  <a:lnTo>
                    <a:pt x="67851" y="166235"/>
                  </a:lnTo>
                  <a:lnTo>
                    <a:pt x="63579" y="162968"/>
                  </a:lnTo>
                  <a:lnTo>
                    <a:pt x="61443" y="157817"/>
                  </a:lnTo>
                  <a:lnTo>
                    <a:pt x="61443" y="143493"/>
                  </a:lnTo>
                  <a:lnTo>
                    <a:pt x="63579" y="138341"/>
                  </a:lnTo>
                  <a:lnTo>
                    <a:pt x="67851" y="135325"/>
                  </a:lnTo>
                  <a:lnTo>
                    <a:pt x="72123" y="132058"/>
                  </a:lnTo>
                  <a:lnTo>
                    <a:pt x="77652" y="130425"/>
                  </a:lnTo>
                  <a:lnTo>
                    <a:pt x="157771" y="130425"/>
                  </a:lnTo>
                  <a:lnTo>
                    <a:pt x="155610" y="125030"/>
                  </a:lnTo>
                  <a:lnTo>
                    <a:pt x="124017" y="94991"/>
                  </a:lnTo>
                  <a:lnTo>
                    <a:pt x="95251" y="87217"/>
                  </a:lnTo>
                  <a:lnTo>
                    <a:pt x="84437" y="86698"/>
                  </a:lnTo>
                  <a:close/>
                </a:path>
                <a:path w="1462405" h="354329">
                  <a:moveTo>
                    <a:pt x="157771" y="130425"/>
                  </a:moveTo>
                  <a:lnTo>
                    <a:pt x="91222" y="130425"/>
                  </a:lnTo>
                  <a:lnTo>
                    <a:pt x="96750" y="132058"/>
                  </a:lnTo>
                  <a:lnTo>
                    <a:pt x="101023" y="135325"/>
                  </a:lnTo>
                  <a:lnTo>
                    <a:pt x="105295" y="138341"/>
                  </a:lnTo>
                  <a:lnTo>
                    <a:pt x="107431" y="143493"/>
                  </a:lnTo>
                  <a:lnTo>
                    <a:pt x="107431" y="157817"/>
                  </a:lnTo>
                  <a:lnTo>
                    <a:pt x="105295" y="162968"/>
                  </a:lnTo>
                  <a:lnTo>
                    <a:pt x="101023" y="166235"/>
                  </a:lnTo>
                  <a:lnTo>
                    <a:pt x="96750" y="169251"/>
                  </a:lnTo>
                  <a:lnTo>
                    <a:pt x="91222" y="170759"/>
                  </a:lnTo>
                  <a:lnTo>
                    <a:pt x="157743" y="170759"/>
                  </a:lnTo>
                  <a:lnTo>
                    <a:pt x="158790" y="168120"/>
                  </a:lnTo>
                  <a:lnTo>
                    <a:pt x="160699" y="159544"/>
                  </a:lnTo>
                  <a:lnTo>
                    <a:pt x="161335" y="150403"/>
                  </a:lnTo>
                  <a:lnTo>
                    <a:pt x="160699" y="141427"/>
                  </a:lnTo>
                  <a:lnTo>
                    <a:pt x="158790" y="132969"/>
                  </a:lnTo>
                  <a:lnTo>
                    <a:pt x="157771" y="130425"/>
                  </a:lnTo>
                  <a:close/>
                </a:path>
                <a:path w="1462405" h="354329">
                  <a:moveTo>
                    <a:pt x="304954" y="376"/>
                  </a:moveTo>
                  <a:lnTo>
                    <a:pt x="247280" y="376"/>
                  </a:lnTo>
                  <a:lnTo>
                    <a:pt x="247280" y="222401"/>
                  </a:lnTo>
                  <a:lnTo>
                    <a:pt x="304954" y="222401"/>
                  </a:lnTo>
                  <a:lnTo>
                    <a:pt x="304954" y="138718"/>
                  </a:lnTo>
                  <a:lnTo>
                    <a:pt x="262735" y="138718"/>
                  </a:lnTo>
                  <a:lnTo>
                    <a:pt x="262735" y="90468"/>
                  </a:lnTo>
                  <a:lnTo>
                    <a:pt x="304954" y="90468"/>
                  </a:lnTo>
                  <a:lnTo>
                    <a:pt x="304954" y="376"/>
                  </a:lnTo>
                  <a:close/>
                </a:path>
                <a:path w="1462405" h="354329">
                  <a:moveTo>
                    <a:pt x="231825" y="6031"/>
                  </a:moveTo>
                  <a:lnTo>
                    <a:pt x="175282" y="6031"/>
                  </a:lnTo>
                  <a:lnTo>
                    <a:pt x="175282" y="221270"/>
                  </a:lnTo>
                  <a:lnTo>
                    <a:pt x="231825" y="221270"/>
                  </a:lnTo>
                  <a:lnTo>
                    <a:pt x="231825" y="138718"/>
                  </a:lnTo>
                  <a:lnTo>
                    <a:pt x="212223" y="138718"/>
                  </a:lnTo>
                  <a:lnTo>
                    <a:pt x="212223" y="90468"/>
                  </a:lnTo>
                  <a:lnTo>
                    <a:pt x="231825" y="90468"/>
                  </a:lnTo>
                  <a:lnTo>
                    <a:pt x="231825" y="6031"/>
                  </a:lnTo>
                  <a:close/>
                </a:path>
                <a:path w="1462405" h="354329">
                  <a:moveTo>
                    <a:pt x="231825" y="90468"/>
                  </a:moveTo>
                  <a:lnTo>
                    <a:pt x="212223" y="90468"/>
                  </a:lnTo>
                  <a:lnTo>
                    <a:pt x="212223" y="138718"/>
                  </a:lnTo>
                  <a:lnTo>
                    <a:pt x="231825" y="138718"/>
                  </a:lnTo>
                  <a:lnTo>
                    <a:pt x="231825" y="90468"/>
                  </a:lnTo>
                  <a:close/>
                </a:path>
                <a:path w="1462405" h="354329">
                  <a:moveTo>
                    <a:pt x="247280" y="90468"/>
                  </a:moveTo>
                  <a:lnTo>
                    <a:pt x="231825" y="90468"/>
                  </a:lnTo>
                  <a:lnTo>
                    <a:pt x="231825" y="138718"/>
                  </a:lnTo>
                  <a:lnTo>
                    <a:pt x="247280" y="138718"/>
                  </a:lnTo>
                  <a:lnTo>
                    <a:pt x="247280" y="90468"/>
                  </a:lnTo>
                  <a:close/>
                </a:path>
                <a:path w="1462405" h="354329">
                  <a:moveTo>
                    <a:pt x="304954" y="90468"/>
                  </a:moveTo>
                  <a:lnTo>
                    <a:pt x="262735" y="90468"/>
                  </a:lnTo>
                  <a:lnTo>
                    <a:pt x="262735" y="138718"/>
                  </a:lnTo>
                  <a:lnTo>
                    <a:pt x="304954" y="138718"/>
                  </a:lnTo>
                  <a:lnTo>
                    <a:pt x="304954" y="90468"/>
                  </a:lnTo>
                  <a:close/>
                </a:path>
                <a:path w="1462405" h="354329">
                  <a:moveTo>
                    <a:pt x="304954" y="235971"/>
                  </a:moveTo>
                  <a:lnTo>
                    <a:pt x="58427" y="235971"/>
                  </a:lnTo>
                  <a:lnTo>
                    <a:pt x="58427" y="283844"/>
                  </a:lnTo>
                  <a:lnTo>
                    <a:pt x="244264" y="283844"/>
                  </a:lnTo>
                  <a:lnTo>
                    <a:pt x="244264" y="353957"/>
                  </a:lnTo>
                  <a:lnTo>
                    <a:pt x="304954" y="353957"/>
                  </a:lnTo>
                  <a:lnTo>
                    <a:pt x="304954" y="235971"/>
                  </a:lnTo>
                  <a:close/>
                </a:path>
                <a:path w="1462405" h="354329">
                  <a:moveTo>
                    <a:pt x="644558" y="376"/>
                  </a:moveTo>
                  <a:lnTo>
                    <a:pt x="583492" y="376"/>
                  </a:lnTo>
                  <a:lnTo>
                    <a:pt x="583492" y="199407"/>
                  </a:lnTo>
                  <a:lnTo>
                    <a:pt x="644558" y="199407"/>
                  </a:lnTo>
                  <a:lnTo>
                    <a:pt x="644558" y="376"/>
                  </a:lnTo>
                  <a:close/>
                </a:path>
                <a:path w="1462405" h="354329">
                  <a:moveTo>
                    <a:pt x="644558" y="213354"/>
                  </a:moveTo>
                  <a:lnTo>
                    <a:pt x="405570" y="213354"/>
                  </a:lnTo>
                  <a:lnTo>
                    <a:pt x="405570" y="350565"/>
                  </a:lnTo>
                  <a:lnTo>
                    <a:pt x="644558" y="350565"/>
                  </a:lnTo>
                  <a:lnTo>
                    <a:pt x="644558" y="303069"/>
                  </a:lnTo>
                  <a:lnTo>
                    <a:pt x="465129" y="303069"/>
                  </a:lnTo>
                  <a:lnTo>
                    <a:pt x="465129" y="260850"/>
                  </a:lnTo>
                  <a:lnTo>
                    <a:pt x="644558" y="260850"/>
                  </a:lnTo>
                  <a:lnTo>
                    <a:pt x="644558" y="213354"/>
                  </a:lnTo>
                  <a:close/>
                </a:path>
                <a:path w="1462405" h="354329">
                  <a:moveTo>
                    <a:pt x="644558" y="260850"/>
                  </a:moveTo>
                  <a:lnTo>
                    <a:pt x="584999" y="260850"/>
                  </a:lnTo>
                  <a:lnTo>
                    <a:pt x="584999" y="303069"/>
                  </a:lnTo>
                  <a:lnTo>
                    <a:pt x="644558" y="303069"/>
                  </a:lnTo>
                  <a:lnTo>
                    <a:pt x="644558" y="260850"/>
                  </a:lnTo>
                  <a:close/>
                </a:path>
                <a:path w="1462405" h="354329">
                  <a:moveTo>
                    <a:pt x="439119" y="12816"/>
                  </a:moveTo>
                  <a:lnTo>
                    <a:pt x="426303" y="12816"/>
                  </a:lnTo>
                  <a:lnTo>
                    <a:pt x="426303" y="46365"/>
                  </a:lnTo>
                  <a:lnTo>
                    <a:pt x="426043" y="53739"/>
                  </a:lnTo>
                  <a:lnTo>
                    <a:pt x="416973" y="90845"/>
                  </a:lnTo>
                  <a:lnTo>
                    <a:pt x="391161" y="123922"/>
                  </a:lnTo>
                  <a:lnTo>
                    <a:pt x="355718" y="143736"/>
                  </a:lnTo>
                  <a:lnTo>
                    <a:pt x="344504" y="147388"/>
                  </a:lnTo>
                  <a:lnTo>
                    <a:pt x="373529" y="194884"/>
                  </a:lnTo>
                  <a:lnTo>
                    <a:pt x="421237" y="172479"/>
                  </a:lnTo>
                  <a:lnTo>
                    <a:pt x="452972" y="137587"/>
                  </a:lnTo>
                  <a:lnTo>
                    <a:pt x="457918" y="128479"/>
                  </a:lnTo>
                  <a:lnTo>
                    <a:pt x="455917" y="124935"/>
                  </a:lnTo>
                  <a:lnTo>
                    <a:pt x="451276" y="114876"/>
                  </a:lnTo>
                  <a:lnTo>
                    <a:pt x="440438" y="70395"/>
                  </a:lnTo>
                  <a:lnTo>
                    <a:pt x="439119" y="46365"/>
                  </a:lnTo>
                  <a:lnTo>
                    <a:pt x="439119" y="12816"/>
                  </a:lnTo>
                  <a:close/>
                </a:path>
                <a:path w="1462405" h="354329">
                  <a:moveTo>
                    <a:pt x="488500" y="12816"/>
                  </a:moveTo>
                  <a:lnTo>
                    <a:pt x="476437" y="12816"/>
                  </a:lnTo>
                  <a:lnTo>
                    <a:pt x="476437" y="46365"/>
                  </a:lnTo>
                  <a:lnTo>
                    <a:pt x="475801" y="62597"/>
                  </a:lnTo>
                  <a:lnTo>
                    <a:pt x="466260" y="109316"/>
                  </a:lnTo>
                  <a:lnTo>
                    <a:pt x="457918" y="128479"/>
                  </a:lnTo>
                  <a:lnTo>
                    <a:pt x="461359" y="134571"/>
                  </a:lnTo>
                  <a:lnTo>
                    <a:pt x="492269" y="167366"/>
                  </a:lnTo>
                  <a:lnTo>
                    <a:pt x="538257" y="188852"/>
                  </a:lnTo>
                  <a:lnTo>
                    <a:pt x="567283" y="141733"/>
                  </a:lnTo>
                  <a:lnTo>
                    <a:pt x="556422" y="138317"/>
                  </a:lnTo>
                  <a:lnTo>
                    <a:pt x="546456" y="134477"/>
                  </a:lnTo>
                  <a:lnTo>
                    <a:pt x="509986" y="108774"/>
                  </a:lnTo>
                  <a:lnTo>
                    <a:pt x="490620" y="68204"/>
                  </a:lnTo>
                  <a:lnTo>
                    <a:pt x="488500" y="46365"/>
                  </a:lnTo>
                  <a:lnTo>
                    <a:pt x="488500" y="12816"/>
                  </a:lnTo>
                  <a:close/>
                </a:path>
                <a:path w="1462405" h="354329">
                  <a:moveTo>
                    <a:pt x="476437" y="12816"/>
                  </a:moveTo>
                  <a:lnTo>
                    <a:pt x="439119" y="12816"/>
                  </a:lnTo>
                  <a:lnTo>
                    <a:pt x="439119" y="46365"/>
                  </a:lnTo>
                  <a:lnTo>
                    <a:pt x="444396" y="93484"/>
                  </a:lnTo>
                  <a:lnTo>
                    <a:pt x="457918" y="128479"/>
                  </a:lnTo>
                  <a:lnTo>
                    <a:pt x="460412" y="123875"/>
                  </a:lnTo>
                  <a:lnTo>
                    <a:pt x="473893" y="78500"/>
                  </a:lnTo>
                  <a:lnTo>
                    <a:pt x="476437" y="46365"/>
                  </a:lnTo>
                  <a:lnTo>
                    <a:pt x="476437" y="12816"/>
                  </a:lnTo>
                  <a:close/>
                </a:path>
                <a:path w="1462405" h="354329">
                  <a:moveTo>
                    <a:pt x="938100" y="266504"/>
                  </a:moveTo>
                  <a:lnTo>
                    <a:pt x="808429" y="266504"/>
                  </a:lnTo>
                  <a:lnTo>
                    <a:pt x="808429" y="315508"/>
                  </a:lnTo>
                  <a:lnTo>
                    <a:pt x="1128461" y="315508"/>
                  </a:lnTo>
                  <a:lnTo>
                    <a:pt x="1128461" y="279321"/>
                  </a:lnTo>
                  <a:lnTo>
                    <a:pt x="938100" y="279321"/>
                  </a:lnTo>
                  <a:lnTo>
                    <a:pt x="938100" y="266504"/>
                  </a:lnTo>
                  <a:close/>
                </a:path>
                <a:path w="1462405" h="354329">
                  <a:moveTo>
                    <a:pt x="998789" y="192245"/>
                  </a:moveTo>
                  <a:lnTo>
                    <a:pt x="938100" y="192245"/>
                  </a:lnTo>
                  <a:lnTo>
                    <a:pt x="938100" y="279321"/>
                  </a:lnTo>
                  <a:lnTo>
                    <a:pt x="998789" y="279321"/>
                  </a:lnTo>
                  <a:lnTo>
                    <a:pt x="998789" y="192245"/>
                  </a:lnTo>
                  <a:close/>
                </a:path>
                <a:path w="1462405" h="354329">
                  <a:moveTo>
                    <a:pt x="1128461" y="266504"/>
                  </a:moveTo>
                  <a:lnTo>
                    <a:pt x="998789" y="266504"/>
                  </a:lnTo>
                  <a:lnTo>
                    <a:pt x="998789" y="279321"/>
                  </a:lnTo>
                  <a:lnTo>
                    <a:pt x="1128461" y="279321"/>
                  </a:lnTo>
                  <a:lnTo>
                    <a:pt x="1128461" y="266504"/>
                  </a:lnTo>
                  <a:close/>
                </a:path>
                <a:path w="1462405" h="354329">
                  <a:moveTo>
                    <a:pt x="948655" y="47118"/>
                  </a:moveTo>
                  <a:lnTo>
                    <a:pt x="935838" y="47118"/>
                  </a:lnTo>
                  <a:lnTo>
                    <a:pt x="935838" y="55034"/>
                  </a:lnTo>
                  <a:lnTo>
                    <a:pt x="935603" y="61820"/>
                  </a:lnTo>
                  <a:lnTo>
                    <a:pt x="923870" y="101753"/>
                  </a:lnTo>
                  <a:lnTo>
                    <a:pt x="898520" y="131179"/>
                  </a:lnTo>
                  <a:lnTo>
                    <a:pt x="855100" y="153207"/>
                  </a:lnTo>
                  <a:lnTo>
                    <a:pt x="818983" y="161335"/>
                  </a:lnTo>
                  <a:lnTo>
                    <a:pt x="842731" y="209585"/>
                  </a:lnTo>
                  <a:lnTo>
                    <a:pt x="884149" y="198912"/>
                  </a:lnTo>
                  <a:lnTo>
                    <a:pt x="928064" y="176177"/>
                  </a:lnTo>
                  <a:lnTo>
                    <a:pt x="959374" y="145856"/>
                  </a:lnTo>
                  <a:lnTo>
                    <a:pt x="968251" y="131955"/>
                  </a:lnTo>
                  <a:lnTo>
                    <a:pt x="965594" y="127433"/>
                  </a:lnTo>
                  <a:lnTo>
                    <a:pt x="961000" y="118080"/>
                  </a:lnTo>
                  <a:lnTo>
                    <a:pt x="949974" y="77180"/>
                  </a:lnTo>
                  <a:lnTo>
                    <a:pt x="948655" y="55034"/>
                  </a:lnTo>
                  <a:lnTo>
                    <a:pt x="948655" y="47118"/>
                  </a:lnTo>
                  <a:close/>
                </a:path>
                <a:path w="1462405" h="354329">
                  <a:moveTo>
                    <a:pt x="999920" y="47118"/>
                  </a:moveTo>
                  <a:lnTo>
                    <a:pt x="987104" y="47118"/>
                  </a:lnTo>
                  <a:lnTo>
                    <a:pt x="987104" y="55034"/>
                  </a:lnTo>
                  <a:lnTo>
                    <a:pt x="986774" y="66225"/>
                  </a:lnTo>
                  <a:lnTo>
                    <a:pt x="978811" y="108585"/>
                  </a:lnTo>
                  <a:lnTo>
                    <a:pt x="968251" y="131955"/>
                  </a:lnTo>
                  <a:lnTo>
                    <a:pt x="970895" y="136456"/>
                  </a:lnTo>
                  <a:lnTo>
                    <a:pt x="999543" y="168120"/>
                  </a:lnTo>
                  <a:lnTo>
                    <a:pt x="1040631" y="192245"/>
                  </a:lnTo>
                  <a:lnTo>
                    <a:pt x="1080635" y="204402"/>
                  </a:lnTo>
                  <a:lnTo>
                    <a:pt x="1095666" y="207323"/>
                  </a:lnTo>
                  <a:lnTo>
                    <a:pt x="1119037" y="159450"/>
                  </a:lnTo>
                  <a:lnTo>
                    <a:pt x="1105891" y="157330"/>
                  </a:lnTo>
                  <a:lnTo>
                    <a:pt x="1093593" y="154738"/>
                  </a:lnTo>
                  <a:lnTo>
                    <a:pt x="1053071" y="139943"/>
                  </a:lnTo>
                  <a:lnTo>
                    <a:pt x="1020229" y="113533"/>
                  </a:lnTo>
                  <a:lnTo>
                    <a:pt x="1002041" y="75178"/>
                  </a:lnTo>
                  <a:lnTo>
                    <a:pt x="999920" y="55034"/>
                  </a:lnTo>
                  <a:lnTo>
                    <a:pt x="999920" y="47118"/>
                  </a:lnTo>
                  <a:close/>
                </a:path>
                <a:path w="1462405" h="354329">
                  <a:moveTo>
                    <a:pt x="987104" y="47118"/>
                  </a:moveTo>
                  <a:lnTo>
                    <a:pt x="948655" y="47118"/>
                  </a:lnTo>
                  <a:lnTo>
                    <a:pt x="948655" y="55034"/>
                  </a:lnTo>
                  <a:lnTo>
                    <a:pt x="953932" y="98384"/>
                  </a:lnTo>
                  <a:lnTo>
                    <a:pt x="968251" y="131955"/>
                  </a:lnTo>
                  <a:lnTo>
                    <a:pt x="970518" y="127998"/>
                  </a:lnTo>
                  <a:lnTo>
                    <a:pt x="984135" y="87900"/>
                  </a:lnTo>
                  <a:lnTo>
                    <a:pt x="987104" y="55034"/>
                  </a:lnTo>
                  <a:lnTo>
                    <a:pt x="987104" y="47118"/>
                  </a:lnTo>
                  <a:close/>
                </a:path>
                <a:path w="1462405" h="354329">
                  <a:moveTo>
                    <a:pt x="1100943" y="24124"/>
                  </a:moveTo>
                  <a:lnTo>
                    <a:pt x="834815" y="24124"/>
                  </a:lnTo>
                  <a:lnTo>
                    <a:pt x="834815" y="71997"/>
                  </a:lnTo>
                  <a:lnTo>
                    <a:pt x="934307" y="71997"/>
                  </a:lnTo>
                  <a:lnTo>
                    <a:pt x="934906" y="68510"/>
                  </a:lnTo>
                  <a:lnTo>
                    <a:pt x="935604" y="61796"/>
                  </a:lnTo>
                  <a:lnTo>
                    <a:pt x="935838" y="55034"/>
                  </a:lnTo>
                  <a:lnTo>
                    <a:pt x="935838" y="47118"/>
                  </a:lnTo>
                  <a:lnTo>
                    <a:pt x="1100943" y="47118"/>
                  </a:lnTo>
                  <a:lnTo>
                    <a:pt x="1100943" y="24124"/>
                  </a:lnTo>
                  <a:close/>
                </a:path>
                <a:path w="1462405" h="354329">
                  <a:moveTo>
                    <a:pt x="1100943" y="47118"/>
                  </a:moveTo>
                  <a:lnTo>
                    <a:pt x="999920" y="47118"/>
                  </a:lnTo>
                  <a:lnTo>
                    <a:pt x="999920" y="55034"/>
                  </a:lnTo>
                  <a:lnTo>
                    <a:pt x="1000158" y="61820"/>
                  </a:lnTo>
                  <a:lnTo>
                    <a:pt x="1000879" y="68605"/>
                  </a:lnTo>
                  <a:lnTo>
                    <a:pt x="1001479" y="71997"/>
                  </a:lnTo>
                  <a:lnTo>
                    <a:pt x="1100943" y="71997"/>
                  </a:lnTo>
                  <a:lnTo>
                    <a:pt x="1100943" y="47118"/>
                  </a:lnTo>
                  <a:close/>
                </a:path>
                <a:path w="1462405" h="354329">
                  <a:moveTo>
                    <a:pt x="1278458" y="231825"/>
                  </a:moveTo>
                  <a:lnTo>
                    <a:pt x="1217392" y="231825"/>
                  </a:lnTo>
                  <a:lnTo>
                    <a:pt x="1217392" y="348680"/>
                  </a:lnTo>
                  <a:lnTo>
                    <a:pt x="1462411" y="348680"/>
                  </a:lnTo>
                  <a:lnTo>
                    <a:pt x="1462411" y="329455"/>
                  </a:lnTo>
                  <a:lnTo>
                    <a:pt x="1278458" y="329455"/>
                  </a:lnTo>
                  <a:lnTo>
                    <a:pt x="1278458" y="231825"/>
                  </a:lnTo>
                  <a:close/>
                </a:path>
                <a:path w="1462405" h="354329">
                  <a:moveTo>
                    <a:pt x="1462411" y="300430"/>
                  </a:moveTo>
                  <a:lnTo>
                    <a:pt x="1278458" y="300430"/>
                  </a:lnTo>
                  <a:lnTo>
                    <a:pt x="1278458" y="329455"/>
                  </a:lnTo>
                  <a:lnTo>
                    <a:pt x="1462411" y="329455"/>
                  </a:lnTo>
                  <a:lnTo>
                    <a:pt x="1462411" y="300430"/>
                  </a:lnTo>
                  <a:close/>
                </a:path>
                <a:path w="1462405" h="354329">
                  <a:moveTo>
                    <a:pt x="1453741" y="0"/>
                  </a:moveTo>
                  <a:lnTo>
                    <a:pt x="1392675" y="0"/>
                  </a:lnTo>
                  <a:lnTo>
                    <a:pt x="1392675" y="257081"/>
                  </a:lnTo>
                  <a:lnTo>
                    <a:pt x="1453741" y="257081"/>
                  </a:lnTo>
                  <a:lnTo>
                    <a:pt x="1453741" y="148519"/>
                  </a:lnTo>
                  <a:lnTo>
                    <a:pt x="1400591" y="148519"/>
                  </a:lnTo>
                  <a:lnTo>
                    <a:pt x="1400591" y="99515"/>
                  </a:lnTo>
                  <a:lnTo>
                    <a:pt x="1453741" y="99515"/>
                  </a:lnTo>
                  <a:lnTo>
                    <a:pt x="1453741" y="0"/>
                  </a:lnTo>
                  <a:close/>
                </a:path>
                <a:path w="1462405" h="354329">
                  <a:moveTo>
                    <a:pt x="1318792" y="26009"/>
                  </a:moveTo>
                  <a:lnTo>
                    <a:pt x="1280343" y="26009"/>
                  </a:lnTo>
                  <a:lnTo>
                    <a:pt x="1280343" y="54281"/>
                  </a:lnTo>
                  <a:lnTo>
                    <a:pt x="1279471" y="67639"/>
                  </a:lnTo>
                  <a:lnTo>
                    <a:pt x="1266396" y="105169"/>
                  </a:lnTo>
                  <a:lnTo>
                    <a:pt x="1237842" y="137823"/>
                  </a:lnTo>
                  <a:lnTo>
                    <a:pt x="1194681" y="164256"/>
                  </a:lnTo>
                  <a:lnTo>
                    <a:pt x="1158211" y="177921"/>
                  </a:lnTo>
                  <a:lnTo>
                    <a:pt x="1183089" y="226171"/>
                  </a:lnTo>
                  <a:lnTo>
                    <a:pt x="1231339" y="206946"/>
                  </a:lnTo>
                  <a:lnTo>
                    <a:pt x="1271296" y="181690"/>
                  </a:lnTo>
                  <a:lnTo>
                    <a:pt x="1302772" y="150686"/>
                  </a:lnTo>
                  <a:lnTo>
                    <a:pt x="1325577" y="114216"/>
                  </a:lnTo>
                  <a:lnTo>
                    <a:pt x="1338974" y="74259"/>
                  </a:lnTo>
                  <a:lnTo>
                    <a:pt x="1318792" y="74259"/>
                  </a:lnTo>
                  <a:lnTo>
                    <a:pt x="1318792" y="26009"/>
                  </a:lnTo>
                  <a:close/>
                </a:path>
                <a:path w="1462405" h="354329">
                  <a:moveTo>
                    <a:pt x="1392675" y="99515"/>
                  </a:moveTo>
                  <a:lnTo>
                    <a:pt x="1340278" y="99515"/>
                  </a:lnTo>
                  <a:lnTo>
                    <a:pt x="1340278" y="148519"/>
                  </a:lnTo>
                  <a:lnTo>
                    <a:pt x="1392675" y="148519"/>
                  </a:lnTo>
                  <a:lnTo>
                    <a:pt x="1392675" y="99515"/>
                  </a:lnTo>
                  <a:close/>
                </a:path>
                <a:path w="1462405" h="354329">
                  <a:moveTo>
                    <a:pt x="1453741" y="99515"/>
                  </a:moveTo>
                  <a:lnTo>
                    <a:pt x="1400591" y="99515"/>
                  </a:lnTo>
                  <a:lnTo>
                    <a:pt x="1400591" y="148519"/>
                  </a:lnTo>
                  <a:lnTo>
                    <a:pt x="1453741" y="148519"/>
                  </a:lnTo>
                  <a:lnTo>
                    <a:pt x="1453741" y="99515"/>
                  </a:lnTo>
                  <a:close/>
                </a:path>
                <a:path w="1462405" h="354329">
                  <a:moveTo>
                    <a:pt x="1280343" y="26009"/>
                  </a:moveTo>
                  <a:lnTo>
                    <a:pt x="1177058" y="26009"/>
                  </a:lnTo>
                  <a:lnTo>
                    <a:pt x="1177058" y="74259"/>
                  </a:lnTo>
                  <a:lnTo>
                    <a:pt x="1278133" y="74259"/>
                  </a:lnTo>
                  <a:lnTo>
                    <a:pt x="1279471" y="67639"/>
                  </a:lnTo>
                  <a:lnTo>
                    <a:pt x="1280343" y="54281"/>
                  </a:lnTo>
                  <a:lnTo>
                    <a:pt x="1280343" y="26009"/>
                  </a:lnTo>
                  <a:close/>
                </a:path>
                <a:path w="1462405" h="354329">
                  <a:moveTo>
                    <a:pt x="1344048" y="26009"/>
                  </a:moveTo>
                  <a:lnTo>
                    <a:pt x="1318792" y="26009"/>
                  </a:lnTo>
                  <a:lnTo>
                    <a:pt x="1318792" y="74259"/>
                  </a:lnTo>
                  <a:lnTo>
                    <a:pt x="1338974" y="74259"/>
                  </a:lnTo>
                  <a:lnTo>
                    <a:pt x="1339430" y="72563"/>
                  </a:lnTo>
                  <a:lnTo>
                    <a:pt x="1342894" y="49899"/>
                  </a:lnTo>
                  <a:lnTo>
                    <a:pt x="1344048" y="2600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848042" y="1978919"/>
            <a:ext cx="18774410" cy="83820"/>
          </a:xfrm>
          <a:custGeom>
            <a:avLst/>
            <a:gdLst/>
            <a:ahLst/>
            <a:cxnLst/>
            <a:rect l="l" t="t" r="r" b="b"/>
            <a:pathLst>
              <a:path w="18774410" h="83819">
                <a:moveTo>
                  <a:pt x="18774385" y="41910"/>
                </a:moveTo>
                <a:lnTo>
                  <a:pt x="18774334" y="21590"/>
                </a:lnTo>
                <a:lnTo>
                  <a:pt x="18774283" y="0"/>
                </a:lnTo>
                <a:lnTo>
                  <a:pt x="0" y="41884"/>
                </a:lnTo>
                <a:lnTo>
                  <a:pt x="50" y="63474"/>
                </a:lnTo>
                <a:lnTo>
                  <a:pt x="88" y="83794"/>
                </a:lnTo>
                <a:lnTo>
                  <a:pt x="18774385" y="41910"/>
                </a:lnTo>
                <a:close/>
              </a:path>
            </a:pathLst>
          </a:custGeom>
          <a:solidFill>
            <a:srgbClr val="FFFFFF">
              <a:alpha val="2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12708" y="5518156"/>
            <a:ext cx="7109731" cy="2251240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8879310" y="6041700"/>
            <a:ext cx="2597150" cy="1214755"/>
            <a:chOff x="8879310" y="6041700"/>
            <a:chExt cx="2597150" cy="1214755"/>
          </a:xfrm>
        </p:grpSpPr>
        <p:sp>
          <p:nvSpPr>
            <p:cNvPr id="11" name="object 11"/>
            <p:cNvSpPr/>
            <p:nvPr/>
          </p:nvSpPr>
          <p:spPr>
            <a:xfrm>
              <a:off x="8879310" y="6041700"/>
              <a:ext cx="2597150" cy="1214755"/>
            </a:xfrm>
            <a:custGeom>
              <a:avLst/>
              <a:gdLst/>
              <a:ahLst/>
              <a:cxnLst/>
              <a:rect l="l" t="t" r="r" b="b"/>
              <a:pathLst>
                <a:path w="2597150" h="1214754">
                  <a:moveTo>
                    <a:pt x="1214622" y="0"/>
                  </a:moveTo>
                  <a:lnTo>
                    <a:pt x="1214612" y="309384"/>
                  </a:lnTo>
                  <a:lnTo>
                    <a:pt x="0" y="309384"/>
                  </a:lnTo>
                  <a:lnTo>
                    <a:pt x="0" y="905237"/>
                  </a:lnTo>
                  <a:lnTo>
                    <a:pt x="1214622" y="905243"/>
                  </a:lnTo>
                  <a:lnTo>
                    <a:pt x="1214622" y="1214622"/>
                  </a:lnTo>
                  <a:lnTo>
                    <a:pt x="2596779" y="607311"/>
                  </a:lnTo>
                  <a:lnTo>
                    <a:pt x="1214622" y="0"/>
                  </a:lnTo>
                  <a:close/>
                </a:path>
              </a:pathLst>
            </a:custGeom>
            <a:solidFill>
              <a:srgbClr val="ACACAC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879310" y="6041701"/>
              <a:ext cx="2597150" cy="1214755"/>
            </a:xfrm>
            <a:custGeom>
              <a:avLst/>
              <a:gdLst/>
              <a:ahLst/>
              <a:cxnLst/>
              <a:rect l="l" t="t" r="r" b="b"/>
              <a:pathLst>
                <a:path w="2597150" h="1214754">
                  <a:moveTo>
                    <a:pt x="1214634" y="894766"/>
                  </a:moveTo>
                  <a:lnTo>
                    <a:pt x="1214622" y="1214622"/>
                  </a:lnTo>
                  <a:lnTo>
                    <a:pt x="1214622" y="1203185"/>
                  </a:lnTo>
                  <a:lnTo>
                    <a:pt x="1225093" y="1198584"/>
                  </a:lnTo>
                  <a:lnTo>
                    <a:pt x="1225093" y="901509"/>
                  </a:lnTo>
                  <a:lnTo>
                    <a:pt x="1223185" y="898717"/>
                  </a:lnTo>
                  <a:lnTo>
                    <a:pt x="1219631" y="895810"/>
                  </a:lnTo>
                  <a:lnTo>
                    <a:pt x="1218033" y="895316"/>
                  </a:lnTo>
                  <a:lnTo>
                    <a:pt x="1216580" y="894920"/>
                  </a:lnTo>
                  <a:lnTo>
                    <a:pt x="1214634" y="894766"/>
                  </a:lnTo>
                  <a:close/>
                </a:path>
                <a:path w="2597150" h="1214754">
                  <a:moveTo>
                    <a:pt x="2570750" y="607311"/>
                  </a:moveTo>
                  <a:lnTo>
                    <a:pt x="1225093" y="1198584"/>
                  </a:lnTo>
                  <a:lnTo>
                    <a:pt x="1225093" y="1210021"/>
                  </a:lnTo>
                  <a:lnTo>
                    <a:pt x="1214622" y="1214622"/>
                  </a:lnTo>
                  <a:lnTo>
                    <a:pt x="2583765" y="613029"/>
                  </a:lnTo>
                  <a:lnTo>
                    <a:pt x="2570750" y="607311"/>
                  </a:lnTo>
                  <a:close/>
                </a:path>
                <a:path w="2597150" h="1214754">
                  <a:moveTo>
                    <a:pt x="1225093" y="1198584"/>
                  </a:moveTo>
                  <a:lnTo>
                    <a:pt x="1214622" y="1203185"/>
                  </a:lnTo>
                  <a:lnTo>
                    <a:pt x="1214622" y="1214622"/>
                  </a:lnTo>
                  <a:lnTo>
                    <a:pt x="1225093" y="1210021"/>
                  </a:lnTo>
                  <a:lnTo>
                    <a:pt x="1225093" y="1198584"/>
                  </a:lnTo>
                  <a:close/>
                </a:path>
                <a:path w="2597150" h="1214754">
                  <a:moveTo>
                    <a:pt x="10470" y="894766"/>
                  </a:moveTo>
                  <a:lnTo>
                    <a:pt x="0" y="894766"/>
                  </a:lnTo>
                  <a:lnTo>
                    <a:pt x="0" y="915708"/>
                  </a:lnTo>
                  <a:lnTo>
                    <a:pt x="1214612" y="915708"/>
                  </a:lnTo>
                  <a:lnTo>
                    <a:pt x="1213303" y="915632"/>
                  </a:lnTo>
                  <a:lnTo>
                    <a:pt x="1212652" y="915555"/>
                  </a:lnTo>
                  <a:lnTo>
                    <a:pt x="1211204" y="915160"/>
                  </a:lnTo>
                  <a:lnTo>
                    <a:pt x="1209608" y="914667"/>
                  </a:lnTo>
                  <a:lnTo>
                    <a:pt x="1206058" y="911763"/>
                  </a:lnTo>
                  <a:lnTo>
                    <a:pt x="1204151" y="908973"/>
                  </a:lnTo>
                  <a:lnTo>
                    <a:pt x="1204151" y="905243"/>
                  </a:lnTo>
                  <a:lnTo>
                    <a:pt x="1214612" y="905243"/>
                  </a:lnTo>
                  <a:lnTo>
                    <a:pt x="10470" y="905237"/>
                  </a:lnTo>
                  <a:lnTo>
                    <a:pt x="10470" y="894766"/>
                  </a:lnTo>
                  <a:close/>
                </a:path>
                <a:path w="2597150" h="1214754">
                  <a:moveTo>
                    <a:pt x="10470" y="309385"/>
                  </a:moveTo>
                  <a:lnTo>
                    <a:pt x="0" y="309385"/>
                  </a:lnTo>
                  <a:lnTo>
                    <a:pt x="0" y="905237"/>
                  </a:lnTo>
                  <a:lnTo>
                    <a:pt x="0" y="894766"/>
                  </a:lnTo>
                  <a:lnTo>
                    <a:pt x="10470" y="894766"/>
                  </a:lnTo>
                  <a:lnTo>
                    <a:pt x="10470" y="309385"/>
                  </a:lnTo>
                  <a:close/>
                </a:path>
                <a:path w="2597150" h="1214754">
                  <a:moveTo>
                    <a:pt x="1214612" y="894766"/>
                  </a:moveTo>
                  <a:lnTo>
                    <a:pt x="10470" y="894766"/>
                  </a:lnTo>
                  <a:lnTo>
                    <a:pt x="10470" y="905237"/>
                  </a:lnTo>
                  <a:lnTo>
                    <a:pt x="1214612" y="905237"/>
                  </a:lnTo>
                  <a:lnTo>
                    <a:pt x="1214612" y="894766"/>
                  </a:lnTo>
                  <a:close/>
                </a:path>
                <a:path w="2597150" h="1214754">
                  <a:moveTo>
                    <a:pt x="2583764" y="601592"/>
                  </a:moveTo>
                  <a:lnTo>
                    <a:pt x="2570750" y="607311"/>
                  </a:lnTo>
                  <a:lnTo>
                    <a:pt x="2583765" y="613029"/>
                  </a:lnTo>
                  <a:lnTo>
                    <a:pt x="2596779" y="607311"/>
                  </a:lnTo>
                  <a:lnTo>
                    <a:pt x="2583764" y="601592"/>
                  </a:lnTo>
                  <a:close/>
                </a:path>
                <a:path w="2597150" h="1214754">
                  <a:moveTo>
                    <a:pt x="1225093" y="4600"/>
                  </a:moveTo>
                  <a:lnTo>
                    <a:pt x="1225093" y="16037"/>
                  </a:lnTo>
                  <a:lnTo>
                    <a:pt x="2570750" y="607311"/>
                  </a:lnTo>
                  <a:lnTo>
                    <a:pt x="2583764" y="601592"/>
                  </a:lnTo>
                  <a:lnTo>
                    <a:pt x="1225093" y="4600"/>
                  </a:lnTo>
                  <a:close/>
                </a:path>
                <a:path w="2597150" h="1214754">
                  <a:moveTo>
                    <a:pt x="0" y="309385"/>
                  </a:moveTo>
                  <a:lnTo>
                    <a:pt x="0" y="319855"/>
                  </a:lnTo>
                  <a:lnTo>
                    <a:pt x="0" y="309385"/>
                  </a:lnTo>
                  <a:close/>
                </a:path>
                <a:path w="2597150" h="1214754">
                  <a:moveTo>
                    <a:pt x="1214612" y="309385"/>
                  </a:moveTo>
                  <a:lnTo>
                    <a:pt x="10470" y="309385"/>
                  </a:lnTo>
                  <a:lnTo>
                    <a:pt x="10470" y="319855"/>
                  </a:lnTo>
                  <a:lnTo>
                    <a:pt x="1214612" y="319855"/>
                  </a:lnTo>
                  <a:lnTo>
                    <a:pt x="1214612" y="309385"/>
                  </a:lnTo>
                  <a:close/>
                </a:path>
                <a:path w="2597150" h="1214754">
                  <a:moveTo>
                    <a:pt x="1214622" y="11436"/>
                  </a:moveTo>
                  <a:lnTo>
                    <a:pt x="1214612" y="319855"/>
                  </a:lnTo>
                  <a:lnTo>
                    <a:pt x="1216456" y="319855"/>
                  </a:lnTo>
                  <a:lnTo>
                    <a:pt x="1225093" y="309401"/>
                  </a:lnTo>
                  <a:lnTo>
                    <a:pt x="1225093" y="16037"/>
                  </a:lnTo>
                  <a:lnTo>
                    <a:pt x="1214622" y="11436"/>
                  </a:lnTo>
                  <a:close/>
                </a:path>
                <a:path w="2597150" h="1214754">
                  <a:moveTo>
                    <a:pt x="1214622" y="0"/>
                  </a:moveTo>
                  <a:lnTo>
                    <a:pt x="1214622" y="11436"/>
                  </a:lnTo>
                  <a:lnTo>
                    <a:pt x="1225093" y="16037"/>
                  </a:lnTo>
                  <a:lnTo>
                    <a:pt x="1225093" y="4600"/>
                  </a:lnTo>
                  <a:lnTo>
                    <a:pt x="121462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42105" y="10853072"/>
            <a:ext cx="139524" cy="183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8370" y="946567"/>
            <a:ext cx="2390775" cy="572135"/>
          </a:xfrm>
          <a:custGeom>
            <a:avLst/>
            <a:gdLst/>
            <a:ahLst/>
            <a:cxnLst/>
            <a:rect l="l" t="t" r="r" b="b"/>
            <a:pathLst>
              <a:path w="2390775" h="572135">
                <a:moveTo>
                  <a:pt x="527732" y="14659"/>
                </a:moveTo>
                <a:lnTo>
                  <a:pt x="389935" y="14659"/>
                </a:lnTo>
                <a:lnTo>
                  <a:pt x="389935" y="571710"/>
                </a:lnTo>
                <a:lnTo>
                  <a:pt x="527732" y="571710"/>
                </a:lnTo>
                <a:lnTo>
                  <a:pt x="527732" y="14659"/>
                </a:lnTo>
                <a:close/>
              </a:path>
              <a:path w="2390775" h="572135">
                <a:moveTo>
                  <a:pt x="243343" y="21988"/>
                </a:moveTo>
                <a:lnTo>
                  <a:pt x="113609" y="21988"/>
                </a:lnTo>
                <a:lnTo>
                  <a:pt x="113609" y="153189"/>
                </a:lnTo>
                <a:lnTo>
                  <a:pt x="111868" y="212971"/>
                </a:lnTo>
                <a:lnTo>
                  <a:pt x="106645" y="266248"/>
                </a:lnTo>
                <a:lnTo>
                  <a:pt x="97942" y="313020"/>
                </a:lnTo>
                <a:lnTo>
                  <a:pt x="85756" y="353287"/>
                </a:lnTo>
                <a:lnTo>
                  <a:pt x="50391" y="410092"/>
                </a:lnTo>
                <a:lnTo>
                  <a:pt x="0" y="432447"/>
                </a:lnTo>
                <a:lnTo>
                  <a:pt x="29318" y="549721"/>
                </a:lnTo>
                <a:lnTo>
                  <a:pt x="68898" y="541109"/>
                </a:lnTo>
                <a:lnTo>
                  <a:pt x="108478" y="521135"/>
                </a:lnTo>
                <a:lnTo>
                  <a:pt x="145859" y="488885"/>
                </a:lnTo>
                <a:lnTo>
                  <a:pt x="178842" y="444907"/>
                </a:lnTo>
                <a:lnTo>
                  <a:pt x="353837" y="444907"/>
                </a:lnTo>
                <a:lnTo>
                  <a:pt x="356952" y="432447"/>
                </a:lnTo>
                <a:lnTo>
                  <a:pt x="341193" y="428599"/>
                </a:lnTo>
                <a:lnTo>
                  <a:pt x="326168" y="420720"/>
                </a:lnTo>
                <a:lnTo>
                  <a:pt x="298315" y="392867"/>
                </a:lnTo>
                <a:lnTo>
                  <a:pt x="275410" y="350355"/>
                </a:lnTo>
                <a:lnTo>
                  <a:pt x="258002" y="294650"/>
                </a:lnTo>
                <a:lnTo>
                  <a:pt x="247008" y="228134"/>
                </a:lnTo>
                <a:lnTo>
                  <a:pt x="243343" y="153189"/>
                </a:lnTo>
                <a:lnTo>
                  <a:pt x="243343" y="21988"/>
                </a:lnTo>
                <a:close/>
              </a:path>
              <a:path w="2390775" h="572135">
                <a:moveTo>
                  <a:pt x="353837" y="444907"/>
                </a:moveTo>
                <a:lnTo>
                  <a:pt x="178842" y="444907"/>
                </a:lnTo>
                <a:lnTo>
                  <a:pt x="194463" y="468362"/>
                </a:lnTo>
                <a:lnTo>
                  <a:pt x="229279" y="506476"/>
                </a:lnTo>
                <a:lnTo>
                  <a:pt x="268264" y="532542"/>
                </a:lnTo>
                <a:lnTo>
                  <a:pt x="307844" y="546835"/>
                </a:lnTo>
                <a:lnTo>
                  <a:pt x="327633" y="549721"/>
                </a:lnTo>
                <a:lnTo>
                  <a:pt x="353837" y="444907"/>
                </a:lnTo>
                <a:close/>
              </a:path>
              <a:path w="2390775" h="572135">
                <a:moveTo>
                  <a:pt x="871720" y="36648"/>
                </a:moveTo>
                <a:lnTo>
                  <a:pt x="615917" y="36648"/>
                </a:lnTo>
                <a:lnTo>
                  <a:pt x="615917" y="126069"/>
                </a:lnTo>
                <a:lnTo>
                  <a:pt x="871720" y="126069"/>
                </a:lnTo>
                <a:lnTo>
                  <a:pt x="871720" y="36648"/>
                </a:lnTo>
                <a:close/>
              </a:path>
              <a:path w="2390775" h="572135">
                <a:moveTo>
                  <a:pt x="807220" y="7329"/>
                </a:moveTo>
                <a:lnTo>
                  <a:pt x="684082" y="7329"/>
                </a:lnTo>
                <a:lnTo>
                  <a:pt x="684082" y="36648"/>
                </a:lnTo>
                <a:lnTo>
                  <a:pt x="807220" y="36648"/>
                </a:lnTo>
                <a:lnTo>
                  <a:pt x="807220" y="7329"/>
                </a:lnTo>
                <a:close/>
              </a:path>
              <a:path w="2390775" h="572135">
                <a:moveTo>
                  <a:pt x="1013182" y="14659"/>
                </a:moveTo>
                <a:lnTo>
                  <a:pt x="890044" y="14659"/>
                </a:lnTo>
                <a:lnTo>
                  <a:pt x="890044" y="326168"/>
                </a:lnTo>
                <a:lnTo>
                  <a:pt x="1013182" y="326168"/>
                </a:lnTo>
                <a:lnTo>
                  <a:pt x="1013182" y="223553"/>
                </a:lnTo>
                <a:lnTo>
                  <a:pt x="1158308" y="223553"/>
                </a:lnTo>
                <a:lnTo>
                  <a:pt x="1158308" y="113609"/>
                </a:lnTo>
                <a:lnTo>
                  <a:pt x="1013182" y="113609"/>
                </a:lnTo>
                <a:lnTo>
                  <a:pt x="1013182" y="14659"/>
                </a:lnTo>
                <a:close/>
              </a:path>
              <a:path w="2390775" h="572135">
                <a:moveTo>
                  <a:pt x="1158308" y="223553"/>
                </a:moveTo>
                <a:lnTo>
                  <a:pt x="1035171" y="223553"/>
                </a:lnTo>
                <a:lnTo>
                  <a:pt x="1035171" y="326168"/>
                </a:lnTo>
                <a:lnTo>
                  <a:pt x="1158308" y="326168"/>
                </a:lnTo>
                <a:lnTo>
                  <a:pt x="1158308" y="223553"/>
                </a:lnTo>
                <a:close/>
              </a:path>
              <a:path w="2390775" h="572135">
                <a:moveTo>
                  <a:pt x="1158308" y="14659"/>
                </a:moveTo>
                <a:lnTo>
                  <a:pt x="1035171" y="14659"/>
                </a:lnTo>
                <a:lnTo>
                  <a:pt x="1035171" y="113609"/>
                </a:lnTo>
                <a:lnTo>
                  <a:pt x="1158308" y="113609"/>
                </a:lnTo>
                <a:lnTo>
                  <a:pt x="1158308" y="14659"/>
                </a:lnTo>
                <a:close/>
              </a:path>
              <a:path w="2390775" h="572135">
                <a:moveTo>
                  <a:pt x="745651" y="133399"/>
                </a:moveTo>
                <a:lnTo>
                  <a:pt x="693611" y="140362"/>
                </a:lnTo>
                <a:lnTo>
                  <a:pt x="654764" y="161251"/>
                </a:lnTo>
                <a:lnTo>
                  <a:pt x="631126" y="193685"/>
                </a:lnTo>
                <a:lnTo>
                  <a:pt x="623246" y="235280"/>
                </a:lnTo>
                <a:lnTo>
                  <a:pt x="625216" y="257498"/>
                </a:lnTo>
                <a:lnTo>
                  <a:pt x="640975" y="294513"/>
                </a:lnTo>
                <a:lnTo>
                  <a:pt x="672263" y="320854"/>
                </a:lnTo>
                <a:lnTo>
                  <a:pt x="717707" y="334047"/>
                </a:lnTo>
                <a:lnTo>
                  <a:pt x="745651" y="335696"/>
                </a:lnTo>
                <a:lnTo>
                  <a:pt x="773595" y="334047"/>
                </a:lnTo>
                <a:lnTo>
                  <a:pt x="819039" y="320854"/>
                </a:lnTo>
                <a:lnTo>
                  <a:pt x="850327" y="294513"/>
                </a:lnTo>
                <a:lnTo>
                  <a:pt x="866086" y="257498"/>
                </a:lnTo>
                <a:lnTo>
                  <a:pt x="866431" y="253604"/>
                </a:lnTo>
                <a:lnTo>
                  <a:pt x="740276" y="253604"/>
                </a:lnTo>
                <a:lnTo>
                  <a:pt x="735878" y="251894"/>
                </a:lnTo>
                <a:lnTo>
                  <a:pt x="729037" y="245053"/>
                </a:lnTo>
                <a:lnTo>
                  <a:pt x="727327" y="240655"/>
                </a:lnTo>
                <a:lnTo>
                  <a:pt x="727327" y="229905"/>
                </a:lnTo>
                <a:lnTo>
                  <a:pt x="729037" y="225507"/>
                </a:lnTo>
                <a:lnTo>
                  <a:pt x="735878" y="218667"/>
                </a:lnTo>
                <a:lnTo>
                  <a:pt x="740276" y="216956"/>
                </a:lnTo>
                <a:lnTo>
                  <a:pt x="866372" y="216956"/>
                </a:lnTo>
                <a:lnTo>
                  <a:pt x="866040" y="213337"/>
                </a:lnTo>
                <a:lnTo>
                  <a:pt x="849915" y="176323"/>
                </a:lnTo>
                <a:lnTo>
                  <a:pt x="818352" y="149066"/>
                </a:lnTo>
                <a:lnTo>
                  <a:pt x="773274" y="135139"/>
                </a:lnTo>
                <a:lnTo>
                  <a:pt x="745651" y="133399"/>
                </a:lnTo>
                <a:close/>
              </a:path>
              <a:path w="2390775" h="572135">
                <a:moveTo>
                  <a:pt x="866372" y="216956"/>
                </a:moveTo>
                <a:lnTo>
                  <a:pt x="751026" y="216956"/>
                </a:lnTo>
                <a:lnTo>
                  <a:pt x="755424" y="218667"/>
                </a:lnTo>
                <a:lnTo>
                  <a:pt x="762265" y="225507"/>
                </a:lnTo>
                <a:lnTo>
                  <a:pt x="763975" y="229905"/>
                </a:lnTo>
                <a:lnTo>
                  <a:pt x="763975" y="240655"/>
                </a:lnTo>
                <a:lnTo>
                  <a:pt x="762265" y="245053"/>
                </a:lnTo>
                <a:lnTo>
                  <a:pt x="755424" y="251894"/>
                </a:lnTo>
                <a:lnTo>
                  <a:pt x="751026" y="253604"/>
                </a:lnTo>
                <a:lnTo>
                  <a:pt x="866431" y="253604"/>
                </a:lnTo>
                <a:lnTo>
                  <a:pt x="868056" y="235280"/>
                </a:lnTo>
                <a:lnTo>
                  <a:pt x="866372" y="216956"/>
                </a:lnTo>
                <a:close/>
              </a:path>
              <a:path w="2390775" h="572135">
                <a:moveTo>
                  <a:pt x="1044699" y="350355"/>
                </a:moveTo>
                <a:lnTo>
                  <a:pt x="776435" y="350355"/>
                </a:lnTo>
                <a:lnTo>
                  <a:pt x="751698" y="352279"/>
                </a:lnTo>
                <a:lnTo>
                  <a:pt x="709919" y="367672"/>
                </a:lnTo>
                <a:lnTo>
                  <a:pt x="679089" y="397402"/>
                </a:lnTo>
                <a:lnTo>
                  <a:pt x="663330" y="437349"/>
                </a:lnTo>
                <a:lnTo>
                  <a:pt x="661360" y="461033"/>
                </a:lnTo>
                <a:lnTo>
                  <a:pt x="663330" y="484762"/>
                </a:lnTo>
                <a:lnTo>
                  <a:pt x="679089" y="525075"/>
                </a:lnTo>
                <a:lnTo>
                  <a:pt x="709919" y="554806"/>
                </a:lnTo>
                <a:lnTo>
                  <a:pt x="751698" y="569832"/>
                </a:lnTo>
                <a:lnTo>
                  <a:pt x="776435" y="571710"/>
                </a:lnTo>
                <a:lnTo>
                  <a:pt x="1044699" y="571710"/>
                </a:lnTo>
                <a:lnTo>
                  <a:pt x="1091609" y="564197"/>
                </a:lnTo>
                <a:lnTo>
                  <a:pt x="1128257" y="541658"/>
                </a:lnTo>
                <a:lnTo>
                  <a:pt x="1151895" y="506110"/>
                </a:lnTo>
                <a:lnTo>
                  <a:pt x="1158618" y="474959"/>
                </a:lnTo>
                <a:lnTo>
                  <a:pt x="809174" y="474959"/>
                </a:lnTo>
                <a:lnTo>
                  <a:pt x="805754" y="473737"/>
                </a:lnTo>
                <a:lnTo>
                  <a:pt x="802822" y="471294"/>
                </a:lnTo>
                <a:lnTo>
                  <a:pt x="800379" y="468362"/>
                </a:lnTo>
                <a:lnTo>
                  <a:pt x="799157" y="464942"/>
                </a:lnTo>
                <a:lnTo>
                  <a:pt x="799157" y="457123"/>
                </a:lnTo>
                <a:lnTo>
                  <a:pt x="800379" y="453947"/>
                </a:lnTo>
                <a:lnTo>
                  <a:pt x="805754" y="448572"/>
                </a:lnTo>
                <a:lnTo>
                  <a:pt x="809174" y="447106"/>
                </a:lnTo>
                <a:lnTo>
                  <a:pt x="1158616" y="447106"/>
                </a:lnTo>
                <a:lnTo>
                  <a:pt x="1157805" y="437349"/>
                </a:lnTo>
                <a:lnTo>
                  <a:pt x="1142046" y="397402"/>
                </a:lnTo>
                <a:lnTo>
                  <a:pt x="1111216" y="367672"/>
                </a:lnTo>
                <a:lnTo>
                  <a:pt x="1069437" y="352279"/>
                </a:lnTo>
                <a:lnTo>
                  <a:pt x="1044699" y="350355"/>
                </a:lnTo>
                <a:close/>
              </a:path>
              <a:path w="2390775" h="572135">
                <a:moveTo>
                  <a:pt x="1158616" y="447106"/>
                </a:moveTo>
                <a:lnTo>
                  <a:pt x="1011960" y="447106"/>
                </a:lnTo>
                <a:lnTo>
                  <a:pt x="1015137" y="448572"/>
                </a:lnTo>
                <a:lnTo>
                  <a:pt x="1017580" y="451504"/>
                </a:lnTo>
                <a:lnTo>
                  <a:pt x="1020512" y="453947"/>
                </a:lnTo>
                <a:lnTo>
                  <a:pt x="1021978" y="457123"/>
                </a:lnTo>
                <a:lnTo>
                  <a:pt x="1021978" y="464942"/>
                </a:lnTo>
                <a:lnTo>
                  <a:pt x="1020512" y="468362"/>
                </a:lnTo>
                <a:lnTo>
                  <a:pt x="1015137" y="473737"/>
                </a:lnTo>
                <a:lnTo>
                  <a:pt x="1011960" y="474959"/>
                </a:lnTo>
                <a:lnTo>
                  <a:pt x="1158618" y="474959"/>
                </a:lnTo>
                <a:lnTo>
                  <a:pt x="1159774" y="461033"/>
                </a:lnTo>
                <a:lnTo>
                  <a:pt x="1158616" y="447106"/>
                </a:lnTo>
                <a:close/>
              </a:path>
              <a:path w="2390775" h="572135">
                <a:moveTo>
                  <a:pt x="1492762" y="153922"/>
                </a:moveTo>
                <a:lnTo>
                  <a:pt x="1338107" y="153922"/>
                </a:lnTo>
                <a:lnTo>
                  <a:pt x="1324319" y="182782"/>
                </a:lnTo>
                <a:lnTo>
                  <a:pt x="1303475" y="203396"/>
                </a:lnTo>
                <a:lnTo>
                  <a:pt x="1275577" y="215765"/>
                </a:lnTo>
                <a:lnTo>
                  <a:pt x="1240624" y="219888"/>
                </a:lnTo>
                <a:lnTo>
                  <a:pt x="1262612" y="329832"/>
                </a:lnTo>
                <a:lnTo>
                  <a:pt x="1304391" y="325618"/>
                </a:lnTo>
                <a:lnTo>
                  <a:pt x="1344704" y="312974"/>
                </a:lnTo>
                <a:lnTo>
                  <a:pt x="1382635" y="292635"/>
                </a:lnTo>
                <a:lnTo>
                  <a:pt x="1415801" y="265332"/>
                </a:lnTo>
                <a:lnTo>
                  <a:pt x="1581158" y="265332"/>
                </a:lnTo>
                <a:lnTo>
                  <a:pt x="1590246" y="219888"/>
                </a:lnTo>
                <a:lnTo>
                  <a:pt x="1555293" y="215765"/>
                </a:lnTo>
                <a:lnTo>
                  <a:pt x="1527395" y="203396"/>
                </a:lnTo>
                <a:lnTo>
                  <a:pt x="1506551" y="182782"/>
                </a:lnTo>
                <a:lnTo>
                  <a:pt x="1492762" y="153922"/>
                </a:lnTo>
                <a:close/>
              </a:path>
              <a:path w="2390775" h="572135">
                <a:moveTo>
                  <a:pt x="1581158" y="265332"/>
                </a:moveTo>
                <a:lnTo>
                  <a:pt x="1415801" y="265332"/>
                </a:lnTo>
                <a:lnTo>
                  <a:pt x="1431423" y="279854"/>
                </a:lnTo>
                <a:lnTo>
                  <a:pt x="1466238" y="303675"/>
                </a:lnTo>
                <a:lnTo>
                  <a:pt x="1505727" y="320350"/>
                </a:lnTo>
                <a:lnTo>
                  <a:pt x="1547139" y="328779"/>
                </a:lnTo>
                <a:lnTo>
                  <a:pt x="1568257" y="329832"/>
                </a:lnTo>
                <a:lnTo>
                  <a:pt x="1581158" y="265332"/>
                </a:lnTo>
                <a:close/>
              </a:path>
              <a:path w="2390775" h="572135">
                <a:moveTo>
                  <a:pt x="1580718" y="43977"/>
                </a:moveTo>
                <a:lnTo>
                  <a:pt x="1250885" y="43977"/>
                </a:lnTo>
                <a:lnTo>
                  <a:pt x="1250885" y="153922"/>
                </a:lnTo>
                <a:lnTo>
                  <a:pt x="1580718" y="153922"/>
                </a:lnTo>
                <a:lnTo>
                  <a:pt x="1580718" y="43977"/>
                </a:lnTo>
                <a:close/>
              </a:path>
              <a:path w="2390775" h="572135">
                <a:moveTo>
                  <a:pt x="1484700" y="0"/>
                </a:moveTo>
                <a:lnTo>
                  <a:pt x="1346903" y="0"/>
                </a:lnTo>
                <a:lnTo>
                  <a:pt x="1346903" y="43977"/>
                </a:lnTo>
                <a:lnTo>
                  <a:pt x="1484700" y="43977"/>
                </a:lnTo>
                <a:lnTo>
                  <a:pt x="1484700" y="0"/>
                </a:lnTo>
                <a:close/>
              </a:path>
              <a:path w="2390775" h="572135">
                <a:moveTo>
                  <a:pt x="1763958" y="14659"/>
                </a:moveTo>
                <a:lnTo>
                  <a:pt x="1626894" y="14659"/>
                </a:lnTo>
                <a:lnTo>
                  <a:pt x="1626894" y="342293"/>
                </a:lnTo>
                <a:lnTo>
                  <a:pt x="1763958" y="342293"/>
                </a:lnTo>
                <a:lnTo>
                  <a:pt x="1763958" y="234547"/>
                </a:lnTo>
                <a:lnTo>
                  <a:pt x="1818930" y="234547"/>
                </a:lnTo>
                <a:lnTo>
                  <a:pt x="1818930" y="124603"/>
                </a:lnTo>
                <a:lnTo>
                  <a:pt x="1763958" y="124603"/>
                </a:lnTo>
                <a:lnTo>
                  <a:pt x="1763958" y="14659"/>
                </a:lnTo>
                <a:close/>
              </a:path>
              <a:path w="2390775" h="572135">
                <a:moveTo>
                  <a:pt x="1763958" y="362816"/>
                </a:moveTo>
                <a:lnTo>
                  <a:pt x="1265544" y="362816"/>
                </a:lnTo>
                <a:lnTo>
                  <a:pt x="1265544" y="472760"/>
                </a:lnTo>
                <a:lnTo>
                  <a:pt x="1626162" y="472760"/>
                </a:lnTo>
                <a:lnTo>
                  <a:pt x="1626162" y="571710"/>
                </a:lnTo>
                <a:lnTo>
                  <a:pt x="1763958" y="571710"/>
                </a:lnTo>
                <a:lnTo>
                  <a:pt x="1763958" y="362816"/>
                </a:lnTo>
                <a:close/>
              </a:path>
              <a:path w="2390775" h="572135">
                <a:moveTo>
                  <a:pt x="2218297" y="20522"/>
                </a:moveTo>
                <a:lnTo>
                  <a:pt x="2035057" y="20522"/>
                </a:lnTo>
                <a:lnTo>
                  <a:pt x="2011236" y="21805"/>
                </a:lnTo>
                <a:lnTo>
                  <a:pt x="1967991" y="32067"/>
                </a:lnTo>
                <a:lnTo>
                  <a:pt x="1930931" y="51994"/>
                </a:lnTo>
                <a:lnTo>
                  <a:pt x="1901979" y="80213"/>
                </a:lnTo>
                <a:lnTo>
                  <a:pt x="1881685" y="116495"/>
                </a:lnTo>
                <a:lnTo>
                  <a:pt x="1871423" y="158640"/>
                </a:lnTo>
                <a:lnTo>
                  <a:pt x="1870140" y="181774"/>
                </a:lnTo>
                <a:lnTo>
                  <a:pt x="1871423" y="205229"/>
                </a:lnTo>
                <a:lnTo>
                  <a:pt x="1881685" y="247741"/>
                </a:lnTo>
                <a:lnTo>
                  <a:pt x="1901979" y="284114"/>
                </a:lnTo>
                <a:lnTo>
                  <a:pt x="1930931" y="312699"/>
                </a:lnTo>
                <a:lnTo>
                  <a:pt x="1967991" y="332627"/>
                </a:lnTo>
                <a:lnTo>
                  <a:pt x="2011236" y="342522"/>
                </a:lnTo>
                <a:lnTo>
                  <a:pt x="2035057" y="343759"/>
                </a:lnTo>
                <a:lnTo>
                  <a:pt x="2218297" y="343759"/>
                </a:lnTo>
                <a:lnTo>
                  <a:pt x="2264474" y="338811"/>
                </a:lnTo>
                <a:lnTo>
                  <a:pt x="2304787" y="323969"/>
                </a:lnTo>
                <a:lnTo>
                  <a:pt x="2337953" y="299414"/>
                </a:lnTo>
                <a:lnTo>
                  <a:pt x="2362691" y="266798"/>
                </a:lnTo>
                <a:lnTo>
                  <a:pt x="2376022" y="233814"/>
                </a:lnTo>
                <a:lnTo>
                  <a:pt x="2059978" y="233814"/>
                </a:lnTo>
                <a:lnTo>
                  <a:pt x="2048800" y="232944"/>
                </a:lnTo>
                <a:lnTo>
                  <a:pt x="2015771" y="212329"/>
                </a:lnTo>
                <a:lnTo>
                  <a:pt x="2007937" y="182507"/>
                </a:lnTo>
                <a:lnTo>
                  <a:pt x="2008808" y="171375"/>
                </a:lnTo>
                <a:lnTo>
                  <a:pt x="2029743" y="139033"/>
                </a:lnTo>
                <a:lnTo>
                  <a:pt x="2059978" y="131200"/>
                </a:lnTo>
                <a:lnTo>
                  <a:pt x="2376296" y="131200"/>
                </a:lnTo>
                <a:lnTo>
                  <a:pt x="2371670" y="116495"/>
                </a:lnTo>
                <a:lnTo>
                  <a:pt x="2351376" y="80213"/>
                </a:lnTo>
                <a:lnTo>
                  <a:pt x="2322424" y="51994"/>
                </a:lnTo>
                <a:lnTo>
                  <a:pt x="2285363" y="32067"/>
                </a:lnTo>
                <a:lnTo>
                  <a:pt x="2242119" y="21805"/>
                </a:lnTo>
                <a:lnTo>
                  <a:pt x="2218297" y="20522"/>
                </a:lnTo>
                <a:close/>
              </a:path>
              <a:path w="2390775" h="572135">
                <a:moveTo>
                  <a:pt x="2376296" y="131200"/>
                </a:moveTo>
                <a:lnTo>
                  <a:pt x="2193377" y="131200"/>
                </a:lnTo>
                <a:lnTo>
                  <a:pt x="2204509" y="132070"/>
                </a:lnTo>
                <a:lnTo>
                  <a:pt x="2214449" y="134681"/>
                </a:lnTo>
                <a:lnTo>
                  <a:pt x="2241752" y="161434"/>
                </a:lnTo>
                <a:lnTo>
                  <a:pt x="2245417" y="182507"/>
                </a:lnTo>
                <a:lnTo>
                  <a:pt x="2244501" y="193639"/>
                </a:lnTo>
                <a:lnTo>
                  <a:pt x="2223199" y="225981"/>
                </a:lnTo>
                <a:lnTo>
                  <a:pt x="2193377" y="233814"/>
                </a:lnTo>
                <a:lnTo>
                  <a:pt x="2376022" y="233814"/>
                </a:lnTo>
                <a:lnTo>
                  <a:pt x="2378083" y="227218"/>
                </a:lnTo>
                <a:lnTo>
                  <a:pt x="2381931" y="205229"/>
                </a:lnTo>
                <a:lnTo>
                  <a:pt x="2383214" y="181774"/>
                </a:lnTo>
                <a:lnTo>
                  <a:pt x="2381931" y="158640"/>
                </a:lnTo>
                <a:lnTo>
                  <a:pt x="2378083" y="136880"/>
                </a:lnTo>
                <a:lnTo>
                  <a:pt x="2376296" y="131200"/>
                </a:lnTo>
                <a:close/>
              </a:path>
              <a:path w="2390775" h="572135">
                <a:moveTo>
                  <a:pt x="2390544" y="439777"/>
                </a:moveTo>
                <a:lnTo>
                  <a:pt x="1862811" y="439777"/>
                </a:lnTo>
                <a:lnTo>
                  <a:pt x="1862811" y="549721"/>
                </a:lnTo>
                <a:lnTo>
                  <a:pt x="2390544" y="549721"/>
                </a:lnTo>
                <a:lnTo>
                  <a:pt x="2390544" y="439777"/>
                </a:lnTo>
                <a:close/>
              </a:path>
              <a:path w="2390775" h="572135">
                <a:moveTo>
                  <a:pt x="2196309" y="366481"/>
                </a:moveTo>
                <a:lnTo>
                  <a:pt x="2057046" y="366481"/>
                </a:lnTo>
                <a:lnTo>
                  <a:pt x="2057046" y="439777"/>
                </a:lnTo>
                <a:lnTo>
                  <a:pt x="2196309" y="439777"/>
                </a:lnTo>
                <a:lnTo>
                  <a:pt x="2196309" y="366481"/>
                </a:lnTo>
                <a:close/>
              </a:path>
            </a:pathLst>
          </a:custGeom>
          <a:solidFill>
            <a:srgbClr val="00FF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48042" y="1978919"/>
            <a:ext cx="18774410" cy="83820"/>
          </a:xfrm>
          <a:custGeom>
            <a:avLst/>
            <a:gdLst/>
            <a:ahLst/>
            <a:cxnLst/>
            <a:rect l="l" t="t" r="r" b="b"/>
            <a:pathLst>
              <a:path w="18774410" h="83819">
                <a:moveTo>
                  <a:pt x="18774385" y="41910"/>
                </a:moveTo>
                <a:lnTo>
                  <a:pt x="18774334" y="21590"/>
                </a:lnTo>
                <a:lnTo>
                  <a:pt x="18774283" y="0"/>
                </a:lnTo>
                <a:lnTo>
                  <a:pt x="0" y="41884"/>
                </a:lnTo>
                <a:lnTo>
                  <a:pt x="50" y="63474"/>
                </a:lnTo>
                <a:lnTo>
                  <a:pt x="88" y="83794"/>
                </a:lnTo>
                <a:lnTo>
                  <a:pt x="18774385" y="41910"/>
                </a:lnTo>
                <a:close/>
              </a:path>
            </a:pathLst>
          </a:custGeom>
          <a:solidFill>
            <a:srgbClr val="FFFFFF">
              <a:alpha val="2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44723" y="10853072"/>
            <a:ext cx="129315" cy="185858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2387361" y="3005144"/>
            <a:ext cx="6576059" cy="6743700"/>
            <a:chOff x="2387361" y="3005144"/>
            <a:chExt cx="6576059" cy="6743700"/>
          </a:xfrm>
        </p:grpSpPr>
        <p:sp>
          <p:nvSpPr>
            <p:cNvPr id="6" name="object 6"/>
            <p:cNvSpPr/>
            <p:nvPr/>
          </p:nvSpPr>
          <p:spPr>
            <a:xfrm>
              <a:off x="2387361" y="3005144"/>
              <a:ext cx="6576059" cy="6743700"/>
            </a:xfrm>
            <a:custGeom>
              <a:avLst/>
              <a:gdLst/>
              <a:ahLst/>
              <a:cxnLst/>
              <a:rect l="l" t="t" r="r" b="b"/>
              <a:pathLst>
                <a:path w="6576059" h="6743700">
                  <a:moveTo>
                    <a:pt x="6052171" y="0"/>
                  </a:moveTo>
                  <a:lnTo>
                    <a:pt x="523544" y="0"/>
                  </a:lnTo>
                  <a:lnTo>
                    <a:pt x="475891" y="2139"/>
                  </a:lnTo>
                  <a:lnTo>
                    <a:pt x="429436" y="8434"/>
                  </a:lnTo>
                  <a:lnTo>
                    <a:pt x="384365" y="18701"/>
                  </a:lnTo>
                  <a:lnTo>
                    <a:pt x="340862" y="32754"/>
                  </a:lnTo>
                  <a:lnTo>
                    <a:pt x="299113" y="50408"/>
                  </a:lnTo>
                  <a:lnTo>
                    <a:pt x="259301" y="71479"/>
                  </a:lnTo>
                  <a:lnTo>
                    <a:pt x="221612" y="95781"/>
                  </a:lnTo>
                  <a:lnTo>
                    <a:pt x="186231" y="123130"/>
                  </a:lnTo>
                  <a:lnTo>
                    <a:pt x="153342" y="153342"/>
                  </a:lnTo>
                  <a:lnTo>
                    <a:pt x="123131" y="186231"/>
                  </a:lnTo>
                  <a:lnTo>
                    <a:pt x="95781" y="221612"/>
                  </a:lnTo>
                  <a:lnTo>
                    <a:pt x="71479" y="259301"/>
                  </a:lnTo>
                  <a:lnTo>
                    <a:pt x="50408" y="299113"/>
                  </a:lnTo>
                  <a:lnTo>
                    <a:pt x="32754" y="340862"/>
                  </a:lnTo>
                  <a:lnTo>
                    <a:pt x="18701" y="384365"/>
                  </a:lnTo>
                  <a:lnTo>
                    <a:pt x="8434" y="429436"/>
                  </a:lnTo>
                  <a:lnTo>
                    <a:pt x="2139" y="475891"/>
                  </a:lnTo>
                  <a:lnTo>
                    <a:pt x="0" y="523544"/>
                  </a:lnTo>
                  <a:lnTo>
                    <a:pt x="0" y="6219705"/>
                  </a:lnTo>
                  <a:lnTo>
                    <a:pt x="2139" y="6267359"/>
                  </a:lnTo>
                  <a:lnTo>
                    <a:pt x="8435" y="6313813"/>
                  </a:lnTo>
                  <a:lnTo>
                    <a:pt x="18701" y="6358884"/>
                  </a:lnTo>
                  <a:lnTo>
                    <a:pt x="32754" y="6402387"/>
                  </a:lnTo>
                  <a:lnTo>
                    <a:pt x="50408" y="6444137"/>
                  </a:lnTo>
                  <a:lnTo>
                    <a:pt x="71479" y="6483948"/>
                  </a:lnTo>
                  <a:lnTo>
                    <a:pt x="95781" y="6521637"/>
                  </a:lnTo>
                  <a:lnTo>
                    <a:pt x="123131" y="6557018"/>
                  </a:lnTo>
                  <a:lnTo>
                    <a:pt x="153342" y="6589907"/>
                  </a:lnTo>
                  <a:lnTo>
                    <a:pt x="186231" y="6620119"/>
                  </a:lnTo>
                  <a:lnTo>
                    <a:pt x="221612" y="6647468"/>
                  </a:lnTo>
                  <a:lnTo>
                    <a:pt x="259301" y="6671771"/>
                  </a:lnTo>
                  <a:lnTo>
                    <a:pt x="299113" y="6692841"/>
                  </a:lnTo>
                  <a:lnTo>
                    <a:pt x="340862" y="6710495"/>
                  </a:lnTo>
                  <a:lnTo>
                    <a:pt x="384365" y="6724548"/>
                  </a:lnTo>
                  <a:lnTo>
                    <a:pt x="429436" y="6734815"/>
                  </a:lnTo>
                  <a:lnTo>
                    <a:pt x="475891" y="6741110"/>
                  </a:lnTo>
                  <a:lnTo>
                    <a:pt x="523544" y="6743250"/>
                  </a:lnTo>
                  <a:lnTo>
                    <a:pt x="6052171" y="6743250"/>
                  </a:lnTo>
                  <a:lnTo>
                    <a:pt x="6099824" y="6741110"/>
                  </a:lnTo>
                  <a:lnTo>
                    <a:pt x="6146279" y="6734815"/>
                  </a:lnTo>
                  <a:lnTo>
                    <a:pt x="6191350" y="6724548"/>
                  </a:lnTo>
                  <a:lnTo>
                    <a:pt x="6234853" y="6710495"/>
                  </a:lnTo>
                  <a:lnTo>
                    <a:pt x="6276603" y="6692841"/>
                  </a:lnTo>
                  <a:lnTo>
                    <a:pt x="6316414" y="6671771"/>
                  </a:lnTo>
                  <a:lnTo>
                    <a:pt x="6354103" y="6647468"/>
                  </a:lnTo>
                  <a:lnTo>
                    <a:pt x="6389484" y="6620119"/>
                  </a:lnTo>
                  <a:lnTo>
                    <a:pt x="6422373" y="6589907"/>
                  </a:lnTo>
                  <a:lnTo>
                    <a:pt x="6452585" y="6557018"/>
                  </a:lnTo>
                  <a:lnTo>
                    <a:pt x="6479934" y="6521637"/>
                  </a:lnTo>
                  <a:lnTo>
                    <a:pt x="6504236" y="6483948"/>
                  </a:lnTo>
                  <a:lnTo>
                    <a:pt x="6525307" y="6444137"/>
                  </a:lnTo>
                  <a:lnTo>
                    <a:pt x="6542961" y="6402387"/>
                  </a:lnTo>
                  <a:lnTo>
                    <a:pt x="6557014" y="6358884"/>
                  </a:lnTo>
                  <a:lnTo>
                    <a:pt x="6567281" y="6313813"/>
                  </a:lnTo>
                  <a:lnTo>
                    <a:pt x="6573576" y="6267359"/>
                  </a:lnTo>
                  <a:lnTo>
                    <a:pt x="6575716" y="6219705"/>
                  </a:lnTo>
                  <a:lnTo>
                    <a:pt x="6575716" y="523544"/>
                  </a:lnTo>
                  <a:lnTo>
                    <a:pt x="6573576" y="475891"/>
                  </a:lnTo>
                  <a:lnTo>
                    <a:pt x="6567280" y="429436"/>
                  </a:lnTo>
                  <a:lnTo>
                    <a:pt x="6557014" y="384365"/>
                  </a:lnTo>
                  <a:lnTo>
                    <a:pt x="6542961" y="340862"/>
                  </a:lnTo>
                  <a:lnTo>
                    <a:pt x="6525307" y="299113"/>
                  </a:lnTo>
                  <a:lnTo>
                    <a:pt x="6504236" y="259301"/>
                  </a:lnTo>
                  <a:lnTo>
                    <a:pt x="6479934" y="221612"/>
                  </a:lnTo>
                  <a:lnTo>
                    <a:pt x="6452584" y="186231"/>
                  </a:lnTo>
                  <a:lnTo>
                    <a:pt x="6422373" y="153342"/>
                  </a:lnTo>
                  <a:lnTo>
                    <a:pt x="6389484" y="123130"/>
                  </a:lnTo>
                  <a:lnTo>
                    <a:pt x="6354103" y="95781"/>
                  </a:lnTo>
                  <a:lnTo>
                    <a:pt x="6316414" y="71479"/>
                  </a:lnTo>
                  <a:lnTo>
                    <a:pt x="6276602" y="50408"/>
                  </a:lnTo>
                  <a:lnTo>
                    <a:pt x="6234853" y="32754"/>
                  </a:lnTo>
                  <a:lnTo>
                    <a:pt x="6191350" y="18701"/>
                  </a:lnTo>
                  <a:lnTo>
                    <a:pt x="6146279" y="8434"/>
                  </a:lnTo>
                  <a:lnTo>
                    <a:pt x="6099824" y="2139"/>
                  </a:lnTo>
                  <a:lnTo>
                    <a:pt x="6052171" y="0"/>
                  </a:lnTo>
                  <a:close/>
                </a:path>
              </a:pathLst>
            </a:custGeom>
            <a:solidFill>
              <a:srgbClr val="1823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87361" y="3465863"/>
              <a:ext cx="83820" cy="5948045"/>
            </a:xfrm>
            <a:custGeom>
              <a:avLst/>
              <a:gdLst/>
              <a:ahLst/>
              <a:cxnLst/>
              <a:rect l="l" t="t" r="r" b="b"/>
              <a:pathLst>
                <a:path w="83819" h="5948045">
                  <a:moveTo>
                    <a:pt x="41883" y="0"/>
                  </a:moveTo>
                  <a:lnTo>
                    <a:pt x="25580" y="3291"/>
                  </a:lnTo>
                  <a:lnTo>
                    <a:pt x="12267" y="12267"/>
                  </a:lnTo>
                  <a:lnTo>
                    <a:pt x="3291" y="25580"/>
                  </a:lnTo>
                  <a:lnTo>
                    <a:pt x="0" y="41883"/>
                  </a:lnTo>
                  <a:lnTo>
                    <a:pt x="0" y="5905579"/>
                  </a:lnTo>
                  <a:lnTo>
                    <a:pt x="3291" y="5921882"/>
                  </a:lnTo>
                  <a:lnTo>
                    <a:pt x="12267" y="5935195"/>
                  </a:lnTo>
                  <a:lnTo>
                    <a:pt x="25580" y="5944171"/>
                  </a:lnTo>
                  <a:lnTo>
                    <a:pt x="41883" y="5947462"/>
                  </a:lnTo>
                  <a:lnTo>
                    <a:pt x="58186" y="5944171"/>
                  </a:lnTo>
                  <a:lnTo>
                    <a:pt x="71499" y="5935195"/>
                  </a:lnTo>
                  <a:lnTo>
                    <a:pt x="80475" y="5921882"/>
                  </a:lnTo>
                  <a:lnTo>
                    <a:pt x="83767" y="5905579"/>
                  </a:lnTo>
                  <a:lnTo>
                    <a:pt x="83767" y="41883"/>
                  </a:lnTo>
                  <a:lnTo>
                    <a:pt x="80475" y="25580"/>
                  </a:lnTo>
                  <a:lnTo>
                    <a:pt x="71499" y="12267"/>
                  </a:lnTo>
                  <a:lnTo>
                    <a:pt x="58186" y="3291"/>
                  </a:lnTo>
                  <a:lnTo>
                    <a:pt x="41883" y="0"/>
                  </a:lnTo>
                  <a:close/>
                </a:path>
              </a:pathLst>
            </a:custGeom>
            <a:solidFill>
              <a:srgbClr val="00FF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0457" y="4716348"/>
              <a:ext cx="4100405" cy="354931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104743" y="3461172"/>
              <a:ext cx="1718945" cy="412750"/>
            </a:xfrm>
            <a:custGeom>
              <a:avLst/>
              <a:gdLst/>
              <a:ahLst/>
              <a:cxnLst/>
              <a:rect l="l" t="t" r="r" b="b"/>
              <a:pathLst>
                <a:path w="1718945" h="412750">
                  <a:moveTo>
                    <a:pt x="151283" y="311802"/>
                  </a:moveTo>
                  <a:lnTo>
                    <a:pt x="0" y="311802"/>
                  </a:lnTo>
                  <a:lnTo>
                    <a:pt x="0" y="368973"/>
                  </a:lnTo>
                  <a:lnTo>
                    <a:pt x="373370" y="368973"/>
                  </a:lnTo>
                  <a:lnTo>
                    <a:pt x="373370" y="340827"/>
                  </a:lnTo>
                  <a:lnTo>
                    <a:pt x="151283" y="340827"/>
                  </a:lnTo>
                  <a:lnTo>
                    <a:pt x="151283" y="311802"/>
                  </a:lnTo>
                  <a:close/>
                </a:path>
                <a:path w="1718945" h="412750">
                  <a:moveTo>
                    <a:pt x="222087" y="239678"/>
                  </a:moveTo>
                  <a:lnTo>
                    <a:pt x="151283" y="239678"/>
                  </a:lnTo>
                  <a:lnTo>
                    <a:pt x="151283" y="340827"/>
                  </a:lnTo>
                  <a:lnTo>
                    <a:pt x="222087" y="340827"/>
                  </a:lnTo>
                  <a:lnTo>
                    <a:pt x="222087" y="239678"/>
                  </a:lnTo>
                  <a:close/>
                </a:path>
                <a:path w="1718945" h="412750">
                  <a:moveTo>
                    <a:pt x="373370" y="311802"/>
                  </a:moveTo>
                  <a:lnTo>
                    <a:pt x="222087" y="311802"/>
                  </a:lnTo>
                  <a:lnTo>
                    <a:pt x="222087" y="340827"/>
                  </a:lnTo>
                  <a:lnTo>
                    <a:pt x="373370" y="340827"/>
                  </a:lnTo>
                  <a:lnTo>
                    <a:pt x="373370" y="311802"/>
                  </a:lnTo>
                  <a:close/>
                </a:path>
                <a:path w="1718945" h="412750">
                  <a:moveTo>
                    <a:pt x="160078" y="85756"/>
                  </a:moveTo>
                  <a:lnTo>
                    <a:pt x="150843" y="85756"/>
                  </a:lnTo>
                  <a:lnTo>
                    <a:pt x="150843" y="94552"/>
                  </a:lnTo>
                  <a:lnTo>
                    <a:pt x="150403" y="101918"/>
                  </a:lnTo>
                  <a:lnTo>
                    <a:pt x="134461" y="140948"/>
                  </a:lnTo>
                  <a:lnTo>
                    <a:pt x="101368" y="170083"/>
                  </a:lnTo>
                  <a:lnTo>
                    <a:pt x="61788" y="187152"/>
                  </a:lnTo>
                  <a:lnTo>
                    <a:pt x="7036" y="197459"/>
                  </a:lnTo>
                  <a:lnTo>
                    <a:pt x="32103" y="253751"/>
                  </a:lnTo>
                  <a:lnTo>
                    <a:pt x="76191" y="246165"/>
                  </a:lnTo>
                  <a:lnTo>
                    <a:pt x="113462" y="233961"/>
                  </a:lnTo>
                  <a:lnTo>
                    <a:pt x="157989" y="207822"/>
                  </a:lnTo>
                  <a:lnTo>
                    <a:pt x="186610" y="177881"/>
                  </a:lnTo>
                  <a:lnTo>
                    <a:pt x="184046" y="174481"/>
                  </a:lnTo>
                  <a:lnTo>
                    <a:pt x="176625" y="162250"/>
                  </a:lnTo>
                  <a:lnTo>
                    <a:pt x="162717" y="122587"/>
                  </a:lnTo>
                  <a:lnTo>
                    <a:pt x="160078" y="94552"/>
                  </a:lnTo>
                  <a:lnTo>
                    <a:pt x="160078" y="85756"/>
                  </a:lnTo>
                  <a:close/>
                </a:path>
                <a:path w="1718945" h="412750">
                  <a:moveTo>
                    <a:pt x="222527" y="85756"/>
                  </a:moveTo>
                  <a:lnTo>
                    <a:pt x="213291" y="85756"/>
                  </a:lnTo>
                  <a:lnTo>
                    <a:pt x="213291" y="94552"/>
                  </a:lnTo>
                  <a:lnTo>
                    <a:pt x="212632" y="108707"/>
                  </a:lnTo>
                  <a:lnTo>
                    <a:pt x="202737" y="149524"/>
                  </a:lnTo>
                  <a:lnTo>
                    <a:pt x="186610" y="177881"/>
                  </a:lnTo>
                  <a:lnTo>
                    <a:pt x="192897" y="186218"/>
                  </a:lnTo>
                  <a:lnTo>
                    <a:pt x="228464" y="217359"/>
                  </a:lnTo>
                  <a:lnTo>
                    <a:pt x="277444" y="240640"/>
                  </a:lnTo>
                  <a:lnTo>
                    <a:pt x="318343" y="250535"/>
                  </a:lnTo>
                  <a:lnTo>
                    <a:pt x="341267" y="253751"/>
                  </a:lnTo>
                  <a:lnTo>
                    <a:pt x="366334" y="197459"/>
                  </a:lnTo>
                  <a:lnTo>
                    <a:pt x="346489" y="194848"/>
                  </a:lnTo>
                  <a:lnTo>
                    <a:pt x="328293" y="191413"/>
                  </a:lnTo>
                  <a:lnTo>
                    <a:pt x="283711" y="176323"/>
                  </a:lnTo>
                  <a:lnTo>
                    <a:pt x="245313" y="148589"/>
                  </a:lnTo>
                  <a:lnTo>
                    <a:pt x="224286" y="109504"/>
                  </a:lnTo>
                  <a:lnTo>
                    <a:pt x="222527" y="94552"/>
                  </a:lnTo>
                  <a:lnTo>
                    <a:pt x="222527" y="85756"/>
                  </a:lnTo>
                  <a:close/>
                </a:path>
                <a:path w="1718945" h="412750">
                  <a:moveTo>
                    <a:pt x="213291" y="85756"/>
                  </a:moveTo>
                  <a:lnTo>
                    <a:pt x="160078" y="85756"/>
                  </a:lnTo>
                  <a:lnTo>
                    <a:pt x="160078" y="94552"/>
                  </a:lnTo>
                  <a:lnTo>
                    <a:pt x="166015" y="136193"/>
                  </a:lnTo>
                  <a:lnTo>
                    <a:pt x="184046" y="174481"/>
                  </a:lnTo>
                  <a:lnTo>
                    <a:pt x="186610" y="177881"/>
                  </a:lnTo>
                  <a:lnTo>
                    <a:pt x="189214" y="174481"/>
                  </a:lnTo>
                  <a:lnTo>
                    <a:pt x="207354" y="136193"/>
                  </a:lnTo>
                  <a:lnTo>
                    <a:pt x="213291" y="94552"/>
                  </a:lnTo>
                  <a:lnTo>
                    <a:pt x="213291" y="85756"/>
                  </a:lnTo>
                  <a:close/>
                </a:path>
                <a:path w="1718945" h="412750">
                  <a:moveTo>
                    <a:pt x="151283" y="51014"/>
                  </a:moveTo>
                  <a:lnTo>
                    <a:pt x="30344" y="51014"/>
                  </a:lnTo>
                  <a:lnTo>
                    <a:pt x="30344" y="107305"/>
                  </a:lnTo>
                  <a:lnTo>
                    <a:pt x="149466" y="107305"/>
                  </a:lnTo>
                  <a:lnTo>
                    <a:pt x="150403" y="101918"/>
                  </a:lnTo>
                  <a:lnTo>
                    <a:pt x="150843" y="94552"/>
                  </a:lnTo>
                  <a:lnTo>
                    <a:pt x="150843" y="85756"/>
                  </a:lnTo>
                  <a:lnTo>
                    <a:pt x="343026" y="85756"/>
                  </a:lnTo>
                  <a:lnTo>
                    <a:pt x="343026" y="74762"/>
                  </a:lnTo>
                  <a:lnTo>
                    <a:pt x="151283" y="74762"/>
                  </a:lnTo>
                  <a:lnTo>
                    <a:pt x="151283" y="51014"/>
                  </a:lnTo>
                  <a:close/>
                </a:path>
                <a:path w="1718945" h="412750">
                  <a:moveTo>
                    <a:pt x="343026" y="85756"/>
                  </a:moveTo>
                  <a:lnTo>
                    <a:pt x="222527" y="85756"/>
                  </a:lnTo>
                  <a:lnTo>
                    <a:pt x="222527" y="94552"/>
                  </a:lnTo>
                  <a:lnTo>
                    <a:pt x="222967" y="101918"/>
                  </a:lnTo>
                  <a:lnTo>
                    <a:pt x="223903" y="107305"/>
                  </a:lnTo>
                  <a:lnTo>
                    <a:pt x="343026" y="107305"/>
                  </a:lnTo>
                  <a:lnTo>
                    <a:pt x="343026" y="85756"/>
                  </a:lnTo>
                  <a:close/>
                </a:path>
                <a:path w="1718945" h="412750">
                  <a:moveTo>
                    <a:pt x="222087" y="3957"/>
                  </a:moveTo>
                  <a:lnTo>
                    <a:pt x="151283" y="3957"/>
                  </a:lnTo>
                  <a:lnTo>
                    <a:pt x="151283" y="74762"/>
                  </a:lnTo>
                  <a:lnTo>
                    <a:pt x="222087" y="74762"/>
                  </a:lnTo>
                  <a:lnTo>
                    <a:pt x="222087" y="3957"/>
                  </a:lnTo>
                  <a:close/>
                </a:path>
                <a:path w="1718945" h="412750">
                  <a:moveTo>
                    <a:pt x="343026" y="51014"/>
                  </a:moveTo>
                  <a:lnTo>
                    <a:pt x="222087" y="51014"/>
                  </a:lnTo>
                  <a:lnTo>
                    <a:pt x="222087" y="74762"/>
                  </a:lnTo>
                  <a:lnTo>
                    <a:pt x="343026" y="74762"/>
                  </a:lnTo>
                  <a:lnTo>
                    <a:pt x="343026" y="51014"/>
                  </a:lnTo>
                  <a:close/>
                </a:path>
                <a:path w="1718945" h="412750">
                  <a:moveTo>
                    <a:pt x="751105" y="0"/>
                  </a:moveTo>
                  <a:lnTo>
                    <a:pt x="679861" y="0"/>
                  </a:lnTo>
                  <a:lnTo>
                    <a:pt x="679861" y="412511"/>
                  </a:lnTo>
                  <a:lnTo>
                    <a:pt x="751105" y="412511"/>
                  </a:lnTo>
                  <a:lnTo>
                    <a:pt x="751105" y="0"/>
                  </a:lnTo>
                  <a:close/>
                </a:path>
                <a:path w="1718945" h="412750">
                  <a:moveTo>
                    <a:pt x="591905" y="41778"/>
                  </a:moveTo>
                  <a:lnTo>
                    <a:pt x="557603" y="41778"/>
                  </a:lnTo>
                  <a:lnTo>
                    <a:pt x="557603" y="54972"/>
                  </a:lnTo>
                  <a:lnTo>
                    <a:pt x="556723" y="81881"/>
                  </a:lnTo>
                  <a:lnTo>
                    <a:pt x="549687" y="130916"/>
                  </a:lnTo>
                  <a:lnTo>
                    <a:pt x="535449" y="173794"/>
                  </a:lnTo>
                  <a:lnTo>
                    <a:pt x="511701" y="211835"/>
                  </a:lnTo>
                  <a:lnTo>
                    <a:pt x="477701" y="245533"/>
                  </a:lnTo>
                  <a:lnTo>
                    <a:pt x="431304" y="276537"/>
                  </a:lnTo>
                  <a:lnTo>
                    <a:pt x="403241" y="291132"/>
                  </a:lnTo>
                  <a:lnTo>
                    <a:pt x="440182" y="346984"/>
                  </a:lnTo>
                  <a:lnTo>
                    <a:pt x="491856" y="318398"/>
                  </a:lnTo>
                  <a:lnTo>
                    <a:pt x="533415" y="287174"/>
                  </a:lnTo>
                  <a:lnTo>
                    <a:pt x="566178" y="252871"/>
                  </a:lnTo>
                  <a:lnTo>
                    <a:pt x="590586" y="215930"/>
                  </a:lnTo>
                  <a:lnTo>
                    <a:pt x="608177" y="176350"/>
                  </a:lnTo>
                  <a:lnTo>
                    <a:pt x="619611" y="134132"/>
                  </a:lnTo>
                  <a:lnTo>
                    <a:pt x="624919" y="97630"/>
                  </a:lnTo>
                  <a:lnTo>
                    <a:pt x="591905" y="97630"/>
                  </a:lnTo>
                  <a:lnTo>
                    <a:pt x="591905" y="41778"/>
                  </a:lnTo>
                  <a:close/>
                </a:path>
                <a:path w="1718945" h="412750">
                  <a:moveTo>
                    <a:pt x="557603" y="41778"/>
                  </a:moveTo>
                  <a:lnTo>
                    <a:pt x="426989" y="41778"/>
                  </a:lnTo>
                  <a:lnTo>
                    <a:pt x="426989" y="97630"/>
                  </a:lnTo>
                  <a:lnTo>
                    <a:pt x="555081" y="97630"/>
                  </a:lnTo>
                  <a:lnTo>
                    <a:pt x="556723" y="81881"/>
                  </a:lnTo>
                  <a:lnTo>
                    <a:pt x="557603" y="54972"/>
                  </a:lnTo>
                  <a:lnTo>
                    <a:pt x="557603" y="41778"/>
                  </a:lnTo>
                  <a:close/>
                </a:path>
                <a:path w="1718945" h="412750">
                  <a:moveTo>
                    <a:pt x="627967" y="41778"/>
                  </a:moveTo>
                  <a:lnTo>
                    <a:pt x="591905" y="41778"/>
                  </a:lnTo>
                  <a:lnTo>
                    <a:pt x="591905" y="97630"/>
                  </a:lnTo>
                  <a:lnTo>
                    <a:pt x="624919" y="97630"/>
                  </a:lnTo>
                  <a:lnTo>
                    <a:pt x="625878" y="89274"/>
                  </a:lnTo>
                  <a:lnTo>
                    <a:pt x="627445" y="65856"/>
                  </a:lnTo>
                  <a:lnTo>
                    <a:pt x="627967" y="41778"/>
                  </a:lnTo>
                  <a:close/>
                </a:path>
                <a:path w="1718945" h="412750">
                  <a:moveTo>
                    <a:pt x="1046075" y="31663"/>
                  </a:moveTo>
                  <a:lnTo>
                    <a:pt x="1030683" y="31663"/>
                  </a:lnTo>
                  <a:lnTo>
                    <a:pt x="1030683" y="53652"/>
                  </a:lnTo>
                  <a:lnTo>
                    <a:pt x="1030380" y="62888"/>
                  </a:lnTo>
                  <a:lnTo>
                    <a:pt x="1019798" y="108734"/>
                  </a:lnTo>
                  <a:lnTo>
                    <a:pt x="997919" y="142157"/>
                  </a:lnTo>
                  <a:lnTo>
                    <a:pt x="961198" y="168654"/>
                  </a:lnTo>
                  <a:lnTo>
                    <a:pt x="936570" y="178549"/>
                  </a:lnTo>
                  <a:lnTo>
                    <a:pt x="971753" y="234841"/>
                  </a:lnTo>
                  <a:lnTo>
                    <a:pt x="1010123" y="217799"/>
                  </a:lnTo>
                  <a:lnTo>
                    <a:pt x="1039918" y="193941"/>
                  </a:lnTo>
                  <a:lnTo>
                    <a:pt x="1067857" y="152214"/>
                  </a:lnTo>
                  <a:lnTo>
                    <a:pt x="1063419" y="143504"/>
                  </a:lnTo>
                  <a:lnTo>
                    <a:pt x="1057069" y="126655"/>
                  </a:lnTo>
                  <a:lnTo>
                    <a:pt x="1046857" y="73250"/>
                  </a:lnTo>
                  <a:lnTo>
                    <a:pt x="1046075" y="53652"/>
                  </a:lnTo>
                  <a:lnTo>
                    <a:pt x="1046075" y="31663"/>
                  </a:lnTo>
                  <a:close/>
                </a:path>
                <a:path w="1718945" h="412750">
                  <a:moveTo>
                    <a:pt x="1102806" y="31663"/>
                  </a:moveTo>
                  <a:lnTo>
                    <a:pt x="1088293" y="31663"/>
                  </a:lnTo>
                  <a:lnTo>
                    <a:pt x="1088293" y="53652"/>
                  </a:lnTo>
                  <a:lnTo>
                    <a:pt x="1087579" y="73250"/>
                  </a:lnTo>
                  <a:lnTo>
                    <a:pt x="1081862" y="111291"/>
                  </a:lnTo>
                  <a:lnTo>
                    <a:pt x="1067857" y="152214"/>
                  </a:lnTo>
                  <a:lnTo>
                    <a:pt x="1071472" y="159309"/>
                  </a:lnTo>
                  <a:lnTo>
                    <a:pt x="1106022" y="200153"/>
                  </a:lnTo>
                  <a:lnTo>
                    <a:pt x="1138785" y="219943"/>
                  </a:lnTo>
                  <a:lnTo>
                    <a:pt x="1158218" y="227364"/>
                  </a:lnTo>
                  <a:lnTo>
                    <a:pt x="1192521" y="172392"/>
                  </a:lnTo>
                  <a:lnTo>
                    <a:pt x="1176469" y="166208"/>
                  </a:lnTo>
                  <a:lnTo>
                    <a:pt x="1162176" y="159089"/>
                  </a:lnTo>
                  <a:lnTo>
                    <a:pt x="1129687" y="132153"/>
                  </a:lnTo>
                  <a:lnTo>
                    <a:pt x="1107259" y="88202"/>
                  </a:lnTo>
                  <a:lnTo>
                    <a:pt x="1102806" y="53652"/>
                  </a:lnTo>
                  <a:lnTo>
                    <a:pt x="1102806" y="31663"/>
                  </a:lnTo>
                  <a:close/>
                </a:path>
                <a:path w="1718945" h="412750">
                  <a:moveTo>
                    <a:pt x="1289272" y="439"/>
                  </a:moveTo>
                  <a:lnTo>
                    <a:pt x="1218028" y="439"/>
                  </a:lnTo>
                  <a:lnTo>
                    <a:pt x="1218028" y="226485"/>
                  </a:lnTo>
                  <a:lnTo>
                    <a:pt x="1289272" y="226485"/>
                  </a:lnTo>
                  <a:lnTo>
                    <a:pt x="1289272" y="145126"/>
                  </a:lnTo>
                  <a:lnTo>
                    <a:pt x="1236498" y="145126"/>
                  </a:lnTo>
                  <a:lnTo>
                    <a:pt x="1236498" y="88395"/>
                  </a:lnTo>
                  <a:lnTo>
                    <a:pt x="1289272" y="88395"/>
                  </a:lnTo>
                  <a:lnTo>
                    <a:pt x="1289272" y="439"/>
                  </a:lnTo>
                  <a:close/>
                </a:path>
                <a:path w="1718945" h="412750">
                  <a:moveTo>
                    <a:pt x="1088293" y="31663"/>
                  </a:moveTo>
                  <a:lnTo>
                    <a:pt x="1046075" y="31663"/>
                  </a:lnTo>
                  <a:lnTo>
                    <a:pt x="1046075" y="53652"/>
                  </a:lnTo>
                  <a:lnTo>
                    <a:pt x="1052259" y="108899"/>
                  </a:lnTo>
                  <a:lnTo>
                    <a:pt x="1067857" y="152214"/>
                  </a:lnTo>
                  <a:lnTo>
                    <a:pt x="1070263" y="147435"/>
                  </a:lnTo>
                  <a:lnTo>
                    <a:pt x="1085435" y="92463"/>
                  </a:lnTo>
                  <a:lnTo>
                    <a:pt x="1088293" y="53652"/>
                  </a:lnTo>
                  <a:lnTo>
                    <a:pt x="1088293" y="31663"/>
                  </a:lnTo>
                  <a:close/>
                </a:path>
                <a:path w="1718945" h="412750">
                  <a:moveTo>
                    <a:pt x="1218028" y="88395"/>
                  </a:moveTo>
                  <a:lnTo>
                    <a:pt x="1165694" y="88395"/>
                  </a:lnTo>
                  <a:lnTo>
                    <a:pt x="1165694" y="145126"/>
                  </a:lnTo>
                  <a:lnTo>
                    <a:pt x="1218028" y="145126"/>
                  </a:lnTo>
                  <a:lnTo>
                    <a:pt x="1218028" y="88395"/>
                  </a:lnTo>
                  <a:close/>
                </a:path>
                <a:path w="1718945" h="412750">
                  <a:moveTo>
                    <a:pt x="1289272" y="88395"/>
                  </a:moveTo>
                  <a:lnTo>
                    <a:pt x="1236498" y="88395"/>
                  </a:lnTo>
                  <a:lnTo>
                    <a:pt x="1236498" y="145126"/>
                  </a:lnTo>
                  <a:lnTo>
                    <a:pt x="1289272" y="145126"/>
                  </a:lnTo>
                  <a:lnTo>
                    <a:pt x="1289272" y="88395"/>
                  </a:lnTo>
                  <a:close/>
                </a:path>
                <a:path w="1718945" h="412750">
                  <a:moveTo>
                    <a:pt x="1177568" y="15831"/>
                  </a:moveTo>
                  <a:lnTo>
                    <a:pt x="955041" y="15831"/>
                  </a:lnTo>
                  <a:lnTo>
                    <a:pt x="955041" y="71683"/>
                  </a:lnTo>
                  <a:lnTo>
                    <a:pt x="1029516" y="71683"/>
                  </a:lnTo>
                  <a:lnTo>
                    <a:pt x="1030380" y="62888"/>
                  </a:lnTo>
                  <a:lnTo>
                    <a:pt x="1030683" y="53652"/>
                  </a:lnTo>
                  <a:lnTo>
                    <a:pt x="1030683" y="31663"/>
                  </a:lnTo>
                  <a:lnTo>
                    <a:pt x="1177568" y="31663"/>
                  </a:lnTo>
                  <a:lnTo>
                    <a:pt x="1177568" y="15831"/>
                  </a:lnTo>
                  <a:close/>
                </a:path>
                <a:path w="1718945" h="412750">
                  <a:moveTo>
                    <a:pt x="1177568" y="31663"/>
                  </a:moveTo>
                  <a:lnTo>
                    <a:pt x="1102806" y="31663"/>
                  </a:lnTo>
                  <a:lnTo>
                    <a:pt x="1102806" y="53652"/>
                  </a:lnTo>
                  <a:lnTo>
                    <a:pt x="1103301" y="65114"/>
                  </a:lnTo>
                  <a:lnTo>
                    <a:pt x="1104147" y="71683"/>
                  </a:lnTo>
                  <a:lnTo>
                    <a:pt x="1177568" y="71683"/>
                  </a:lnTo>
                  <a:lnTo>
                    <a:pt x="1177568" y="31663"/>
                  </a:lnTo>
                  <a:close/>
                </a:path>
                <a:path w="1718945" h="412750">
                  <a:moveTo>
                    <a:pt x="1080377" y="241437"/>
                  </a:moveTo>
                  <a:lnTo>
                    <a:pt x="1010013" y="241437"/>
                  </a:lnTo>
                  <a:lnTo>
                    <a:pt x="1010013" y="408992"/>
                  </a:lnTo>
                  <a:lnTo>
                    <a:pt x="1289272" y="408992"/>
                  </a:lnTo>
                  <a:lnTo>
                    <a:pt x="1289272" y="352701"/>
                  </a:lnTo>
                  <a:lnTo>
                    <a:pt x="1080377" y="352701"/>
                  </a:lnTo>
                  <a:lnTo>
                    <a:pt x="1080377" y="326314"/>
                  </a:lnTo>
                  <a:lnTo>
                    <a:pt x="1289272" y="326314"/>
                  </a:lnTo>
                  <a:lnTo>
                    <a:pt x="1289272" y="272222"/>
                  </a:lnTo>
                  <a:lnTo>
                    <a:pt x="1080377" y="272222"/>
                  </a:lnTo>
                  <a:lnTo>
                    <a:pt x="1080377" y="241437"/>
                  </a:lnTo>
                  <a:close/>
                </a:path>
                <a:path w="1718945" h="412750">
                  <a:moveTo>
                    <a:pt x="1289272" y="326314"/>
                  </a:moveTo>
                  <a:lnTo>
                    <a:pt x="1218907" y="326314"/>
                  </a:lnTo>
                  <a:lnTo>
                    <a:pt x="1218907" y="352701"/>
                  </a:lnTo>
                  <a:lnTo>
                    <a:pt x="1289272" y="352701"/>
                  </a:lnTo>
                  <a:lnTo>
                    <a:pt x="1289272" y="326314"/>
                  </a:lnTo>
                  <a:close/>
                </a:path>
                <a:path w="1718945" h="412750">
                  <a:moveTo>
                    <a:pt x="1289272" y="241437"/>
                  </a:moveTo>
                  <a:lnTo>
                    <a:pt x="1218907" y="241437"/>
                  </a:lnTo>
                  <a:lnTo>
                    <a:pt x="1218907" y="272222"/>
                  </a:lnTo>
                  <a:lnTo>
                    <a:pt x="1289272" y="272222"/>
                  </a:lnTo>
                  <a:lnTo>
                    <a:pt x="1289272" y="241437"/>
                  </a:lnTo>
                  <a:close/>
                </a:path>
                <a:path w="1718945" h="412750">
                  <a:moveTo>
                    <a:pt x="1598369" y="178549"/>
                  </a:moveTo>
                  <a:lnTo>
                    <a:pt x="1345529" y="178549"/>
                  </a:lnTo>
                  <a:lnTo>
                    <a:pt x="1345529" y="234841"/>
                  </a:lnTo>
                  <a:lnTo>
                    <a:pt x="1718900" y="234841"/>
                  </a:lnTo>
                  <a:lnTo>
                    <a:pt x="1718900" y="199658"/>
                  </a:lnTo>
                  <a:lnTo>
                    <a:pt x="1665247" y="199658"/>
                  </a:lnTo>
                  <a:lnTo>
                    <a:pt x="1595322" y="193501"/>
                  </a:lnTo>
                  <a:lnTo>
                    <a:pt x="1598369" y="178549"/>
                  </a:lnTo>
                  <a:close/>
                </a:path>
                <a:path w="1718945" h="412750">
                  <a:moveTo>
                    <a:pt x="1649415" y="21988"/>
                  </a:moveTo>
                  <a:lnTo>
                    <a:pt x="1607636" y="21988"/>
                  </a:lnTo>
                  <a:lnTo>
                    <a:pt x="1607526" y="74239"/>
                  </a:lnTo>
                  <a:lnTo>
                    <a:pt x="1607165" y="90264"/>
                  </a:lnTo>
                  <a:lnTo>
                    <a:pt x="1604722" y="136770"/>
                  </a:lnTo>
                  <a:lnTo>
                    <a:pt x="1595322" y="193501"/>
                  </a:lnTo>
                  <a:lnTo>
                    <a:pt x="1665247" y="199658"/>
                  </a:lnTo>
                  <a:lnTo>
                    <a:pt x="1672833" y="158979"/>
                  </a:lnTo>
                  <a:lnTo>
                    <a:pt x="1677011" y="106453"/>
                  </a:lnTo>
                  <a:lnTo>
                    <a:pt x="1677822" y="77840"/>
                  </a:lnTo>
                  <a:lnTo>
                    <a:pt x="1649415" y="77840"/>
                  </a:lnTo>
                  <a:lnTo>
                    <a:pt x="1649415" y="21988"/>
                  </a:lnTo>
                  <a:close/>
                </a:path>
                <a:path w="1718945" h="412750">
                  <a:moveTo>
                    <a:pt x="1718900" y="178549"/>
                  </a:moveTo>
                  <a:lnTo>
                    <a:pt x="1669589" y="178549"/>
                  </a:lnTo>
                  <a:lnTo>
                    <a:pt x="1665247" y="199658"/>
                  </a:lnTo>
                  <a:lnTo>
                    <a:pt x="1718900" y="199658"/>
                  </a:lnTo>
                  <a:lnTo>
                    <a:pt x="1718900" y="178549"/>
                  </a:lnTo>
                  <a:close/>
                </a:path>
                <a:path w="1718945" h="412750">
                  <a:moveTo>
                    <a:pt x="1607636" y="21988"/>
                  </a:moveTo>
                  <a:lnTo>
                    <a:pt x="1390386" y="21988"/>
                  </a:lnTo>
                  <a:lnTo>
                    <a:pt x="1390386" y="77840"/>
                  </a:lnTo>
                  <a:lnTo>
                    <a:pt x="1607448" y="77840"/>
                  </a:lnTo>
                  <a:lnTo>
                    <a:pt x="1607526" y="74239"/>
                  </a:lnTo>
                  <a:lnTo>
                    <a:pt x="1607636" y="21988"/>
                  </a:lnTo>
                  <a:close/>
                </a:path>
                <a:path w="1718945" h="412750">
                  <a:moveTo>
                    <a:pt x="1678000" y="21988"/>
                  </a:moveTo>
                  <a:lnTo>
                    <a:pt x="1649415" y="21988"/>
                  </a:lnTo>
                  <a:lnTo>
                    <a:pt x="1649415" y="77840"/>
                  </a:lnTo>
                  <a:lnTo>
                    <a:pt x="1677822" y="77840"/>
                  </a:lnTo>
                  <a:lnTo>
                    <a:pt x="1677893" y="74239"/>
                  </a:lnTo>
                  <a:lnTo>
                    <a:pt x="1678000" y="21988"/>
                  </a:lnTo>
                  <a:close/>
                </a:path>
                <a:path w="1718945" h="412750">
                  <a:moveTo>
                    <a:pt x="1461630" y="264306"/>
                  </a:moveTo>
                  <a:lnTo>
                    <a:pt x="1391266" y="264306"/>
                  </a:lnTo>
                  <a:lnTo>
                    <a:pt x="1391266" y="406793"/>
                  </a:lnTo>
                  <a:lnTo>
                    <a:pt x="1688995" y="406793"/>
                  </a:lnTo>
                  <a:lnTo>
                    <a:pt x="1688995" y="355339"/>
                  </a:lnTo>
                  <a:lnTo>
                    <a:pt x="1461630" y="355339"/>
                  </a:lnTo>
                  <a:lnTo>
                    <a:pt x="1461630" y="264306"/>
                  </a:lnTo>
                  <a:close/>
                </a:path>
                <a:path w="1718945" h="412750">
                  <a:moveTo>
                    <a:pt x="1688995" y="350502"/>
                  </a:moveTo>
                  <a:lnTo>
                    <a:pt x="1461630" y="350502"/>
                  </a:lnTo>
                  <a:lnTo>
                    <a:pt x="1461630" y="355339"/>
                  </a:lnTo>
                  <a:lnTo>
                    <a:pt x="1688995" y="355339"/>
                  </a:lnTo>
                  <a:lnTo>
                    <a:pt x="1688995" y="3505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11203847" y="2963260"/>
            <a:ext cx="6576059" cy="6743700"/>
            <a:chOff x="11203847" y="2963260"/>
            <a:chExt cx="6576059" cy="6743700"/>
          </a:xfrm>
        </p:grpSpPr>
        <p:sp>
          <p:nvSpPr>
            <p:cNvPr id="11" name="object 11"/>
            <p:cNvSpPr/>
            <p:nvPr/>
          </p:nvSpPr>
          <p:spPr>
            <a:xfrm>
              <a:off x="11203847" y="2963260"/>
              <a:ext cx="6576059" cy="6743700"/>
            </a:xfrm>
            <a:custGeom>
              <a:avLst/>
              <a:gdLst/>
              <a:ahLst/>
              <a:cxnLst/>
              <a:rect l="l" t="t" r="r" b="b"/>
              <a:pathLst>
                <a:path w="6576059" h="6743700">
                  <a:moveTo>
                    <a:pt x="6052171" y="0"/>
                  </a:moveTo>
                  <a:lnTo>
                    <a:pt x="523544" y="0"/>
                  </a:lnTo>
                  <a:lnTo>
                    <a:pt x="475891" y="2139"/>
                  </a:lnTo>
                  <a:lnTo>
                    <a:pt x="429436" y="8434"/>
                  </a:lnTo>
                  <a:lnTo>
                    <a:pt x="384365" y="18701"/>
                  </a:lnTo>
                  <a:lnTo>
                    <a:pt x="340862" y="32754"/>
                  </a:lnTo>
                  <a:lnTo>
                    <a:pt x="299113" y="50408"/>
                  </a:lnTo>
                  <a:lnTo>
                    <a:pt x="259301" y="71479"/>
                  </a:lnTo>
                  <a:lnTo>
                    <a:pt x="221612" y="95781"/>
                  </a:lnTo>
                  <a:lnTo>
                    <a:pt x="186231" y="123130"/>
                  </a:lnTo>
                  <a:lnTo>
                    <a:pt x="153342" y="153342"/>
                  </a:lnTo>
                  <a:lnTo>
                    <a:pt x="123131" y="186231"/>
                  </a:lnTo>
                  <a:lnTo>
                    <a:pt x="95781" y="221612"/>
                  </a:lnTo>
                  <a:lnTo>
                    <a:pt x="71479" y="259301"/>
                  </a:lnTo>
                  <a:lnTo>
                    <a:pt x="50408" y="299113"/>
                  </a:lnTo>
                  <a:lnTo>
                    <a:pt x="32754" y="340862"/>
                  </a:lnTo>
                  <a:lnTo>
                    <a:pt x="18701" y="384365"/>
                  </a:lnTo>
                  <a:lnTo>
                    <a:pt x="8434" y="429436"/>
                  </a:lnTo>
                  <a:lnTo>
                    <a:pt x="2139" y="475891"/>
                  </a:lnTo>
                  <a:lnTo>
                    <a:pt x="0" y="523544"/>
                  </a:lnTo>
                  <a:lnTo>
                    <a:pt x="0" y="6219705"/>
                  </a:lnTo>
                  <a:lnTo>
                    <a:pt x="2139" y="6267359"/>
                  </a:lnTo>
                  <a:lnTo>
                    <a:pt x="8435" y="6313813"/>
                  </a:lnTo>
                  <a:lnTo>
                    <a:pt x="18701" y="6358884"/>
                  </a:lnTo>
                  <a:lnTo>
                    <a:pt x="32754" y="6402387"/>
                  </a:lnTo>
                  <a:lnTo>
                    <a:pt x="50408" y="6444137"/>
                  </a:lnTo>
                  <a:lnTo>
                    <a:pt x="71479" y="6483948"/>
                  </a:lnTo>
                  <a:lnTo>
                    <a:pt x="95781" y="6521637"/>
                  </a:lnTo>
                  <a:lnTo>
                    <a:pt x="123131" y="6557018"/>
                  </a:lnTo>
                  <a:lnTo>
                    <a:pt x="153342" y="6589907"/>
                  </a:lnTo>
                  <a:lnTo>
                    <a:pt x="186231" y="6620119"/>
                  </a:lnTo>
                  <a:lnTo>
                    <a:pt x="221612" y="6647468"/>
                  </a:lnTo>
                  <a:lnTo>
                    <a:pt x="259301" y="6671771"/>
                  </a:lnTo>
                  <a:lnTo>
                    <a:pt x="299113" y="6692841"/>
                  </a:lnTo>
                  <a:lnTo>
                    <a:pt x="340862" y="6710495"/>
                  </a:lnTo>
                  <a:lnTo>
                    <a:pt x="384365" y="6724548"/>
                  </a:lnTo>
                  <a:lnTo>
                    <a:pt x="429436" y="6734815"/>
                  </a:lnTo>
                  <a:lnTo>
                    <a:pt x="475891" y="6741110"/>
                  </a:lnTo>
                  <a:lnTo>
                    <a:pt x="523544" y="6743250"/>
                  </a:lnTo>
                  <a:lnTo>
                    <a:pt x="6052171" y="6743250"/>
                  </a:lnTo>
                  <a:lnTo>
                    <a:pt x="6099824" y="6741110"/>
                  </a:lnTo>
                  <a:lnTo>
                    <a:pt x="6146279" y="6734815"/>
                  </a:lnTo>
                  <a:lnTo>
                    <a:pt x="6191350" y="6724548"/>
                  </a:lnTo>
                  <a:lnTo>
                    <a:pt x="6234853" y="6710495"/>
                  </a:lnTo>
                  <a:lnTo>
                    <a:pt x="6276603" y="6692841"/>
                  </a:lnTo>
                  <a:lnTo>
                    <a:pt x="6316414" y="6671771"/>
                  </a:lnTo>
                  <a:lnTo>
                    <a:pt x="6354103" y="6647468"/>
                  </a:lnTo>
                  <a:lnTo>
                    <a:pt x="6389484" y="6620119"/>
                  </a:lnTo>
                  <a:lnTo>
                    <a:pt x="6422373" y="6589907"/>
                  </a:lnTo>
                  <a:lnTo>
                    <a:pt x="6452585" y="6557018"/>
                  </a:lnTo>
                  <a:lnTo>
                    <a:pt x="6479934" y="6521637"/>
                  </a:lnTo>
                  <a:lnTo>
                    <a:pt x="6504236" y="6483948"/>
                  </a:lnTo>
                  <a:lnTo>
                    <a:pt x="6525307" y="6444137"/>
                  </a:lnTo>
                  <a:lnTo>
                    <a:pt x="6542961" y="6402387"/>
                  </a:lnTo>
                  <a:lnTo>
                    <a:pt x="6557014" y="6358884"/>
                  </a:lnTo>
                  <a:lnTo>
                    <a:pt x="6567281" y="6313813"/>
                  </a:lnTo>
                  <a:lnTo>
                    <a:pt x="6573576" y="6267359"/>
                  </a:lnTo>
                  <a:lnTo>
                    <a:pt x="6575716" y="6219705"/>
                  </a:lnTo>
                  <a:lnTo>
                    <a:pt x="6575716" y="523544"/>
                  </a:lnTo>
                  <a:lnTo>
                    <a:pt x="6573576" y="475891"/>
                  </a:lnTo>
                  <a:lnTo>
                    <a:pt x="6567280" y="429436"/>
                  </a:lnTo>
                  <a:lnTo>
                    <a:pt x="6557014" y="384365"/>
                  </a:lnTo>
                  <a:lnTo>
                    <a:pt x="6542961" y="340862"/>
                  </a:lnTo>
                  <a:lnTo>
                    <a:pt x="6525307" y="299113"/>
                  </a:lnTo>
                  <a:lnTo>
                    <a:pt x="6504236" y="259301"/>
                  </a:lnTo>
                  <a:lnTo>
                    <a:pt x="6479934" y="221612"/>
                  </a:lnTo>
                  <a:lnTo>
                    <a:pt x="6452584" y="186231"/>
                  </a:lnTo>
                  <a:lnTo>
                    <a:pt x="6422373" y="153342"/>
                  </a:lnTo>
                  <a:lnTo>
                    <a:pt x="6389484" y="123130"/>
                  </a:lnTo>
                  <a:lnTo>
                    <a:pt x="6354103" y="95781"/>
                  </a:lnTo>
                  <a:lnTo>
                    <a:pt x="6316414" y="71479"/>
                  </a:lnTo>
                  <a:lnTo>
                    <a:pt x="6276602" y="50408"/>
                  </a:lnTo>
                  <a:lnTo>
                    <a:pt x="6234853" y="32754"/>
                  </a:lnTo>
                  <a:lnTo>
                    <a:pt x="6191350" y="18701"/>
                  </a:lnTo>
                  <a:lnTo>
                    <a:pt x="6146279" y="8434"/>
                  </a:lnTo>
                  <a:lnTo>
                    <a:pt x="6099824" y="2139"/>
                  </a:lnTo>
                  <a:lnTo>
                    <a:pt x="6052171" y="0"/>
                  </a:lnTo>
                  <a:close/>
                </a:path>
              </a:pathLst>
            </a:custGeom>
            <a:solidFill>
              <a:srgbClr val="1823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204047" y="3423979"/>
              <a:ext cx="83820" cy="5948045"/>
            </a:xfrm>
            <a:custGeom>
              <a:avLst/>
              <a:gdLst/>
              <a:ahLst/>
              <a:cxnLst/>
              <a:rect l="l" t="t" r="r" b="b"/>
              <a:pathLst>
                <a:path w="83820" h="5948045">
                  <a:moveTo>
                    <a:pt x="41883" y="0"/>
                  </a:moveTo>
                  <a:lnTo>
                    <a:pt x="25580" y="3291"/>
                  </a:lnTo>
                  <a:lnTo>
                    <a:pt x="12267" y="12267"/>
                  </a:lnTo>
                  <a:lnTo>
                    <a:pt x="3291" y="25580"/>
                  </a:lnTo>
                  <a:lnTo>
                    <a:pt x="0" y="41883"/>
                  </a:lnTo>
                  <a:lnTo>
                    <a:pt x="0" y="5905579"/>
                  </a:lnTo>
                  <a:lnTo>
                    <a:pt x="3291" y="5921882"/>
                  </a:lnTo>
                  <a:lnTo>
                    <a:pt x="12267" y="5935195"/>
                  </a:lnTo>
                  <a:lnTo>
                    <a:pt x="25580" y="5944171"/>
                  </a:lnTo>
                  <a:lnTo>
                    <a:pt x="41883" y="5947462"/>
                  </a:lnTo>
                  <a:lnTo>
                    <a:pt x="58186" y="5944171"/>
                  </a:lnTo>
                  <a:lnTo>
                    <a:pt x="71499" y="5935195"/>
                  </a:lnTo>
                  <a:lnTo>
                    <a:pt x="80475" y="5921882"/>
                  </a:lnTo>
                  <a:lnTo>
                    <a:pt x="83767" y="5905579"/>
                  </a:lnTo>
                  <a:lnTo>
                    <a:pt x="83767" y="41883"/>
                  </a:lnTo>
                  <a:lnTo>
                    <a:pt x="80475" y="25580"/>
                  </a:lnTo>
                  <a:lnTo>
                    <a:pt x="71499" y="12267"/>
                  </a:lnTo>
                  <a:lnTo>
                    <a:pt x="58186" y="3291"/>
                  </a:lnTo>
                  <a:lnTo>
                    <a:pt x="4188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034900" y="4670443"/>
              <a:ext cx="4947665" cy="359494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1805608" y="3419288"/>
              <a:ext cx="1158240" cy="412750"/>
            </a:xfrm>
            <a:custGeom>
              <a:avLst/>
              <a:gdLst/>
              <a:ahLst/>
              <a:cxnLst/>
              <a:rect l="l" t="t" r="r" b="b"/>
              <a:pathLst>
                <a:path w="1158240" h="412750">
                  <a:moveTo>
                    <a:pt x="111703" y="285855"/>
                  </a:moveTo>
                  <a:lnTo>
                    <a:pt x="40899" y="285855"/>
                  </a:lnTo>
                  <a:lnTo>
                    <a:pt x="40899" y="406793"/>
                  </a:lnTo>
                  <a:lnTo>
                    <a:pt x="332471" y="406793"/>
                  </a:lnTo>
                  <a:lnTo>
                    <a:pt x="332471" y="368973"/>
                  </a:lnTo>
                  <a:lnTo>
                    <a:pt x="111703" y="368973"/>
                  </a:lnTo>
                  <a:lnTo>
                    <a:pt x="111703" y="285855"/>
                  </a:lnTo>
                  <a:close/>
                </a:path>
                <a:path w="1158240" h="412750">
                  <a:moveTo>
                    <a:pt x="332471" y="350502"/>
                  </a:moveTo>
                  <a:lnTo>
                    <a:pt x="111703" y="350502"/>
                  </a:lnTo>
                  <a:lnTo>
                    <a:pt x="111703" y="368973"/>
                  </a:lnTo>
                  <a:lnTo>
                    <a:pt x="332471" y="368973"/>
                  </a:lnTo>
                  <a:lnTo>
                    <a:pt x="332471" y="350502"/>
                  </a:lnTo>
                  <a:close/>
                </a:path>
                <a:path w="1158240" h="412750">
                  <a:moveTo>
                    <a:pt x="228684" y="235280"/>
                  </a:moveTo>
                  <a:lnTo>
                    <a:pt x="157440" y="235280"/>
                  </a:lnTo>
                  <a:lnTo>
                    <a:pt x="157440" y="317958"/>
                  </a:lnTo>
                  <a:lnTo>
                    <a:pt x="228684" y="317958"/>
                  </a:lnTo>
                  <a:lnTo>
                    <a:pt x="228684" y="235280"/>
                  </a:lnTo>
                  <a:close/>
                </a:path>
                <a:path w="1158240" h="412750">
                  <a:moveTo>
                    <a:pt x="373370" y="200098"/>
                  </a:moveTo>
                  <a:lnTo>
                    <a:pt x="0" y="200098"/>
                  </a:lnTo>
                  <a:lnTo>
                    <a:pt x="0" y="255950"/>
                  </a:lnTo>
                  <a:lnTo>
                    <a:pt x="157440" y="255950"/>
                  </a:lnTo>
                  <a:lnTo>
                    <a:pt x="157440" y="235280"/>
                  </a:lnTo>
                  <a:lnTo>
                    <a:pt x="373370" y="235280"/>
                  </a:lnTo>
                  <a:lnTo>
                    <a:pt x="373370" y="200098"/>
                  </a:lnTo>
                  <a:close/>
                </a:path>
                <a:path w="1158240" h="412750">
                  <a:moveTo>
                    <a:pt x="373370" y="235280"/>
                  </a:moveTo>
                  <a:lnTo>
                    <a:pt x="228684" y="235280"/>
                  </a:lnTo>
                  <a:lnTo>
                    <a:pt x="228684" y="255950"/>
                  </a:lnTo>
                  <a:lnTo>
                    <a:pt x="373370" y="255950"/>
                  </a:lnTo>
                  <a:lnTo>
                    <a:pt x="373370" y="235280"/>
                  </a:lnTo>
                  <a:close/>
                </a:path>
                <a:path w="1158240" h="412750">
                  <a:moveTo>
                    <a:pt x="326754" y="16271"/>
                  </a:moveTo>
                  <a:lnTo>
                    <a:pt x="44857" y="16271"/>
                  </a:lnTo>
                  <a:lnTo>
                    <a:pt x="44857" y="174591"/>
                  </a:lnTo>
                  <a:lnTo>
                    <a:pt x="326754" y="174591"/>
                  </a:lnTo>
                  <a:lnTo>
                    <a:pt x="326754" y="119179"/>
                  </a:lnTo>
                  <a:lnTo>
                    <a:pt x="114342" y="119179"/>
                  </a:lnTo>
                  <a:lnTo>
                    <a:pt x="114342" y="71243"/>
                  </a:lnTo>
                  <a:lnTo>
                    <a:pt x="326754" y="71243"/>
                  </a:lnTo>
                  <a:lnTo>
                    <a:pt x="326754" y="16271"/>
                  </a:lnTo>
                  <a:close/>
                </a:path>
                <a:path w="1158240" h="412750">
                  <a:moveTo>
                    <a:pt x="326754" y="71243"/>
                  </a:moveTo>
                  <a:lnTo>
                    <a:pt x="256829" y="71243"/>
                  </a:lnTo>
                  <a:lnTo>
                    <a:pt x="256829" y="119179"/>
                  </a:lnTo>
                  <a:lnTo>
                    <a:pt x="326754" y="119179"/>
                  </a:lnTo>
                  <a:lnTo>
                    <a:pt x="326754" y="71243"/>
                  </a:lnTo>
                  <a:close/>
                </a:path>
                <a:path w="1158240" h="412750">
                  <a:moveTo>
                    <a:pt x="761219" y="0"/>
                  </a:moveTo>
                  <a:lnTo>
                    <a:pt x="693934" y="0"/>
                  </a:lnTo>
                  <a:lnTo>
                    <a:pt x="693934" y="412511"/>
                  </a:lnTo>
                  <a:lnTo>
                    <a:pt x="761219" y="412511"/>
                  </a:lnTo>
                  <a:lnTo>
                    <a:pt x="761219" y="0"/>
                  </a:lnTo>
                  <a:close/>
                </a:path>
                <a:path w="1158240" h="412750">
                  <a:moveTo>
                    <a:pt x="676342" y="5277"/>
                  </a:moveTo>
                  <a:lnTo>
                    <a:pt x="610376" y="5277"/>
                  </a:lnTo>
                  <a:lnTo>
                    <a:pt x="610376" y="273429"/>
                  </a:lnTo>
                  <a:lnTo>
                    <a:pt x="616533" y="277499"/>
                  </a:lnTo>
                  <a:lnTo>
                    <a:pt x="610376" y="285178"/>
                  </a:lnTo>
                  <a:lnTo>
                    <a:pt x="610376" y="395359"/>
                  </a:lnTo>
                  <a:lnTo>
                    <a:pt x="676342" y="395359"/>
                  </a:lnTo>
                  <a:lnTo>
                    <a:pt x="676342" y="194381"/>
                  </a:lnTo>
                  <a:lnTo>
                    <a:pt x="628407" y="194381"/>
                  </a:lnTo>
                  <a:lnTo>
                    <a:pt x="628407" y="137210"/>
                  </a:lnTo>
                  <a:lnTo>
                    <a:pt x="676342" y="137210"/>
                  </a:lnTo>
                  <a:lnTo>
                    <a:pt x="676342" y="5277"/>
                  </a:lnTo>
                  <a:close/>
                </a:path>
                <a:path w="1158240" h="412750">
                  <a:moveTo>
                    <a:pt x="488118" y="69045"/>
                  </a:moveTo>
                  <a:lnTo>
                    <a:pt x="471846" y="69045"/>
                  </a:lnTo>
                  <a:lnTo>
                    <a:pt x="471846" y="105986"/>
                  </a:lnTo>
                  <a:lnTo>
                    <a:pt x="471440" y="122670"/>
                  </a:lnTo>
                  <a:lnTo>
                    <a:pt x="465243" y="174179"/>
                  </a:lnTo>
                  <a:lnTo>
                    <a:pt x="450077" y="222472"/>
                  </a:lnTo>
                  <a:lnTo>
                    <a:pt x="422041" y="264306"/>
                  </a:lnTo>
                  <a:lnTo>
                    <a:pt x="394445" y="286734"/>
                  </a:lnTo>
                  <a:lnTo>
                    <a:pt x="436224" y="338628"/>
                  </a:lnTo>
                  <a:lnTo>
                    <a:pt x="469785" y="309685"/>
                  </a:lnTo>
                  <a:lnTo>
                    <a:pt x="494165" y="271232"/>
                  </a:lnTo>
                  <a:lnTo>
                    <a:pt x="506744" y="238392"/>
                  </a:lnTo>
                  <a:lnTo>
                    <a:pt x="506259" y="237149"/>
                  </a:lnTo>
                  <a:lnTo>
                    <a:pt x="500239" y="217167"/>
                  </a:lnTo>
                  <a:lnTo>
                    <a:pt x="492320" y="174151"/>
                  </a:lnTo>
                  <a:lnTo>
                    <a:pt x="488585" y="129102"/>
                  </a:lnTo>
                  <a:lnTo>
                    <a:pt x="488118" y="105986"/>
                  </a:lnTo>
                  <a:lnTo>
                    <a:pt x="488118" y="69045"/>
                  </a:lnTo>
                  <a:close/>
                </a:path>
                <a:path w="1158240" h="412750">
                  <a:moveTo>
                    <a:pt x="540451" y="69045"/>
                  </a:moveTo>
                  <a:lnTo>
                    <a:pt x="524619" y="69045"/>
                  </a:lnTo>
                  <a:lnTo>
                    <a:pt x="524619" y="105986"/>
                  </a:lnTo>
                  <a:lnTo>
                    <a:pt x="524344" y="123549"/>
                  </a:lnTo>
                  <a:lnTo>
                    <a:pt x="520222" y="175910"/>
                  </a:lnTo>
                  <a:lnTo>
                    <a:pt x="510409" y="226045"/>
                  </a:lnTo>
                  <a:lnTo>
                    <a:pt x="506744" y="238392"/>
                  </a:lnTo>
                  <a:lnTo>
                    <a:pt x="513652" y="256087"/>
                  </a:lnTo>
                  <a:lnTo>
                    <a:pt x="532838" y="290252"/>
                  </a:lnTo>
                  <a:lnTo>
                    <a:pt x="575634" y="328513"/>
                  </a:lnTo>
                  <a:lnTo>
                    <a:pt x="610376" y="285178"/>
                  </a:lnTo>
                  <a:lnTo>
                    <a:pt x="610376" y="273429"/>
                  </a:lnTo>
                  <a:lnTo>
                    <a:pt x="602020" y="267906"/>
                  </a:lnTo>
                  <a:lnTo>
                    <a:pt x="589267" y="257159"/>
                  </a:lnTo>
                  <a:lnTo>
                    <a:pt x="561533" y="218239"/>
                  </a:lnTo>
                  <a:lnTo>
                    <a:pt x="546608" y="172392"/>
                  </a:lnTo>
                  <a:lnTo>
                    <a:pt x="540836" y="122670"/>
                  </a:lnTo>
                  <a:lnTo>
                    <a:pt x="540451" y="105986"/>
                  </a:lnTo>
                  <a:lnTo>
                    <a:pt x="540451" y="69045"/>
                  </a:lnTo>
                  <a:close/>
                </a:path>
                <a:path w="1158240" h="412750">
                  <a:moveTo>
                    <a:pt x="610376" y="273429"/>
                  </a:moveTo>
                  <a:lnTo>
                    <a:pt x="610376" y="285178"/>
                  </a:lnTo>
                  <a:lnTo>
                    <a:pt x="616533" y="277499"/>
                  </a:lnTo>
                  <a:lnTo>
                    <a:pt x="610376" y="273429"/>
                  </a:lnTo>
                  <a:close/>
                </a:path>
                <a:path w="1158240" h="412750">
                  <a:moveTo>
                    <a:pt x="524619" y="69045"/>
                  </a:moveTo>
                  <a:lnTo>
                    <a:pt x="488118" y="69045"/>
                  </a:lnTo>
                  <a:lnTo>
                    <a:pt x="488118" y="105986"/>
                  </a:lnTo>
                  <a:lnTo>
                    <a:pt x="489987" y="151833"/>
                  </a:lnTo>
                  <a:lnTo>
                    <a:pt x="495594" y="196140"/>
                  </a:lnTo>
                  <a:lnTo>
                    <a:pt x="506259" y="237149"/>
                  </a:lnTo>
                  <a:lnTo>
                    <a:pt x="506744" y="238392"/>
                  </a:lnTo>
                  <a:lnTo>
                    <a:pt x="510409" y="226045"/>
                  </a:lnTo>
                  <a:lnTo>
                    <a:pt x="520222" y="175910"/>
                  </a:lnTo>
                  <a:lnTo>
                    <a:pt x="524344" y="123549"/>
                  </a:lnTo>
                  <a:lnTo>
                    <a:pt x="524619" y="105986"/>
                  </a:lnTo>
                  <a:lnTo>
                    <a:pt x="524619" y="69045"/>
                  </a:lnTo>
                  <a:close/>
                </a:path>
                <a:path w="1158240" h="412750">
                  <a:moveTo>
                    <a:pt x="610376" y="137210"/>
                  </a:moveTo>
                  <a:lnTo>
                    <a:pt x="565958" y="137210"/>
                  </a:lnTo>
                  <a:lnTo>
                    <a:pt x="565958" y="194381"/>
                  </a:lnTo>
                  <a:lnTo>
                    <a:pt x="610376" y="194381"/>
                  </a:lnTo>
                  <a:lnTo>
                    <a:pt x="610376" y="137210"/>
                  </a:lnTo>
                  <a:close/>
                </a:path>
                <a:path w="1158240" h="412750">
                  <a:moveTo>
                    <a:pt x="676342" y="137210"/>
                  </a:moveTo>
                  <a:lnTo>
                    <a:pt x="628407" y="137210"/>
                  </a:lnTo>
                  <a:lnTo>
                    <a:pt x="628407" y="194381"/>
                  </a:lnTo>
                  <a:lnTo>
                    <a:pt x="676342" y="194381"/>
                  </a:lnTo>
                  <a:lnTo>
                    <a:pt x="676342" y="137210"/>
                  </a:lnTo>
                  <a:close/>
                </a:path>
                <a:path w="1158240" h="412750">
                  <a:moveTo>
                    <a:pt x="593664" y="37820"/>
                  </a:moveTo>
                  <a:lnTo>
                    <a:pt x="412036" y="37820"/>
                  </a:lnTo>
                  <a:lnTo>
                    <a:pt x="412036" y="94552"/>
                  </a:lnTo>
                  <a:lnTo>
                    <a:pt x="471846" y="94552"/>
                  </a:lnTo>
                  <a:lnTo>
                    <a:pt x="471846" y="69045"/>
                  </a:lnTo>
                  <a:lnTo>
                    <a:pt x="593664" y="69045"/>
                  </a:lnTo>
                  <a:lnTo>
                    <a:pt x="593664" y="37820"/>
                  </a:lnTo>
                  <a:close/>
                </a:path>
                <a:path w="1158240" h="412750">
                  <a:moveTo>
                    <a:pt x="593664" y="69045"/>
                  </a:moveTo>
                  <a:lnTo>
                    <a:pt x="540451" y="69045"/>
                  </a:lnTo>
                  <a:lnTo>
                    <a:pt x="540451" y="94552"/>
                  </a:lnTo>
                  <a:lnTo>
                    <a:pt x="593664" y="94552"/>
                  </a:lnTo>
                  <a:lnTo>
                    <a:pt x="593664" y="69045"/>
                  </a:lnTo>
                  <a:close/>
                </a:path>
                <a:path w="1158240" h="412750">
                  <a:moveTo>
                    <a:pt x="914667" y="37820"/>
                  </a:moveTo>
                  <a:lnTo>
                    <a:pt x="899275" y="37820"/>
                  </a:lnTo>
                  <a:lnTo>
                    <a:pt x="899275" y="59809"/>
                  </a:lnTo>
                  <a:lnTo>
                    <a:pt x="898973" y="69045"/>
                  </a:lnTo>
                  <a:lnTo>
                    <a:pt x="888391" y="114891"/>
                  </a:lnTo>
                  <a:lnTo>
                    <a:pt x="866512" y="148314"/>
                  </a:lnTo>
                  <a:lnTo>
                    <a:pt x="829790" y="174811"/>
                  </a:lnTo>
                  <a:lnTo>
                    <a:pt x="805163" y="184706"/>
                  </a:lnTo>
                  <a:lnTo>
                    <a:pt x="840345" y="240558"/>
                  </a:lnTo>
                  <a:lnTo>
                    <a:pt x="878716" y="223846"/>
                  </a:lnTo>
                  <a:lnTo>
                    <a:pt x="908510" y="200098"/>
                  </a:lnTo>
                  <a:lnTo>
                    <a:pt x="936449" y="158371"/>
                  </a:lnTo>
                  <a:lnTo>
                    <a:pt x="932011" y="149661"/>
                  </a:lnTo>
                  <a:lnTo>
                    <a:pt x="925662" y="132812"/>
                  </a:lnTo>
                  <a:lnTo>
                    <a:pt x="915450" y="79407"/>
                  </a:lnTo>
                  <a:lnTo>
                    <a:pt x="914667" y="59809"/>
                  </a:lnTo>
                  <a:lnTo>
                    <a:pt x="914667" y="37820"/>
                  </a:lnTo>
                  <a:close/>
                </a:path>
                <a:path w="1158240" h="412750">
                  <a:moveTo>
                    <a:pt x="1157864" y="439"/>
                  </a:moveTo>
                  <a:lnTo>
                    <a:pt x="1086620" y="439"/>
                  </a:lnTo>
                  <a:lnTo>
                    <a:pt x="1086620" y="237039"/>
                  </a:lnTo>
                  <a:lnTo>
                    <a:pt x="1157864" y="237039"/>
                  </a:lnTo>
                  <a:lnTo>
                    <a:pt x="1157864" y="147765"/>
                  </a:lnTo>
                  <a:lnTo>
                    <a:pt x="1105091" y="147765"/>
                  </a:lnTo>
                  <a:lnTo>
                    <a:pt x="1105091" y="90594"/>
                  </a:lnTo>
                  <a:lnTo>
                    <a:pt x="1157864" y="90594"/>
                  </a:lnTo>
                  <a:lnTo>
                    <a:pt x="1157864" y="439"/>
                  </a:lnTo>
                  <a:close/>
                </a:path>
                <a:path w="1158240" h="412750">
                  <a:moveTo>
                    <a:pt x="971399" y="37820"/>
                  </a:moveTo>
                  <a:lnTo>
                    <a:pt x="956886" y="37820"/>
                  </a:lnTo>
                  <a:lnTo>
                    <a:pt x="956886" y="59809"/>
                  </a:lnTo>
                  <a:lnTo>
                    <a:pt x="956171" y="79407"/>
                  </a:lnTo>
                  <a:lnTo>
                    <a:pt x="950454" y="117447"/>
                  </a:lnTo>
                  <a:lnTo>
                    <a:pt x="936449" y="158371"/>
                  </a:lnTo>
                  <a:lnTo>
                    <a:pt x="940064" y="165466"/>
                  </a:lnTo>
                  <a:lnTo>
                    <a:pt x="974614" y="206310"/>
                  </a:lnTo>
                  <a:lnTo>
                    <a:pt x="1007378" y="226100"/>
                  </a:lnTo>
                  <a:lnTo>
                    <a:pt x="1026811" y="233521"/>
                  </a:lnTo>
                  <a:lnTo>
                    <a:pt x="1061113" y="178109"/>
                  </a:lnTo>
                  <a:lnTo>
                    <a:pt x="1045061" y="171925"/>
                  </a:lnTo>
                  <a:lnTo>
                    <a:pt x="1030769" y="164806"/>
                  </a:lnTo>
                  <a:lnTo>
                    <a:pt x="998280" y="138062"/>
                  </a:lnTo>
                  <a:lnTo>
                    <a:pt x="975851" y="94359"/>
                  </a:lnTo>
                  <a:lnTo>
                    <a:pt x="971399" y="59809"/>
                  </a:lnTo>
                  <a:lnTo>
                    <a:pt x="971399" y="37820"/>
                  </a:lnTo>
                  <a:close/>
                </a:path>
                <a:path w="1158240" h="412750">
                  <a:moveTo>
                    <a:pt x="956886" y="37820"/>
                  </a:moveTo>
                  <a:lnTo>
                    <a:pt x="914667" y="37820"/>
                  </a:lnTo>
                  <a:lnTo>
                    <a:pt x="914667" y="59809"/>
                  </a:lnTo>
                  <a:lnTo>
                    <a:pt x="920852" y="115056"/>
                  </a:lnTo>
                  <a:lnTo>
                    <a:pt x="936449" y="158371"/>
                  </a:lnTo>
                  <a:lnTo>
                    <a:pt x="938855" y="153592"/>
                  </a:lnTo>
                  <a:lnTo>
                    <a:pt x="954027" y="98620"/>
                  </a:lnTo>
                  <a:lnTo>
                    <a:pt x="956886" y="59809"/>
                  </a:lnTo>
                  <a:lnTo>
                    <a:pt x="956886" y="37820"/>
                  </a:lnTo>
                  <a:close/>
                </a:path>
                <a:path w="1158240" h="412750">
                  <a:moveTo>
                    <a:pt x="1086620" y="90594"/>
                  </a:moveTo>
                  <a:lnTo>
                    <a:pt x="1034287" y="90594"/>
                  </a:lnTo>
                  <a:lnTo>
                    <a:pt x="1034287" y="147765"/>
                  </a:lnTo>
                  <a:lnTo>
                    <a:pt x="1086620" y="147765"/>
                  </a:lnTo>
                  <a:lnTo>
                    <a:pt x="1086620" y="90594"/>
                  </a:lnTo>
                  <a:close/>
                </a:path>
                <a:path w="1158240" h="412750">
                  <a:moveTo>
                    <a:pt x="1157864" y="90594"/>
                  </a:moveTo>
                  <a:lnTo>
                    <a:pt x="1105091" y="90594"/>
                  </a:lnTo>
                  <a:lnTo>
                    <a:pt x="1105091" y="147765"/>
                  </a:lnTo>
                  <a:lnTo>
                    <a:pt x="1157864" y="147765"/>
                  </a:lnTo>
                  <a:lnTo>
                    <a:pt x="1157864" y="90594"/>
                  </a:lnTo>
                  <a:close/>
                </a:path>
                <a:path w="1158240" h="412750">
                  <a:moveTo>
                    <a:pt x="1046161" y="18030"/>
                  </a:moveTo>
                  <a:lnTo>
                    <a:pt x="823633" y="18030"/>
                  </a:lnTo>
                  <a:lnTo>
                    <a:pt x="823633" y="73882"/>
                  </a:lnTo>
                  <a:lnTo>
                    <a:pt x="898498" y="73882"/>
                  </a:lnTo>
                  <a:lnTo>
                    <a:pt x="898973" y="69045"/>
                  </a:lnTo>
                  <a:lnTo>
                    <a:pt x="899275" y="59809"/>
                  </a:lnTo>
                  <a:lnTo>
                    <a:pt x="899275" y="37820"/>
                  </a:lnTo>
                  <a:lnTo>
                    <a:pt x="1046161" y="37820"/>
                  </a:lnTo>
                  <a:lnTo>
                    <a:pt x="1046161" y="18030"/>
                  </a:lnTo>
                  <a:close/>
                </a:path>
                <a:path w="1158240" h="412750">
                  <a:moveTo>
                    <a:pt x="1046161" y="37820"/>
                  </a:moveTo>
                  <a:lnTo>
                    <a:pt x="971399" y="37820"/>
                  </a:lnTo>
                  <a:lnTo>
                    <a:pt x="971399" y="59809"/>
                  </a:lnTo>
                  <a:lnTo>
                    <a:pt x="971893" y="71271"/>
                  </a:lnTo>
                  <a:lnTo>
                    <a:pt x="972230" y="73882"/>
                  </a:lnTo>
                  <a:lnTo>
                    <a:pt x="1046161" y="73882"/>
                  </a:lnTo>
                  <a:lnTo>
                    <a:pt x="1046161" y="37820"/>
                  </a:lnTo>
                  <a:close/>
                </a:path>
                <a:path w="1158240" h="412750">
                  <a:moveTo>
                    <a:pt x="1157864" y="251992"/>
                  </a:moveTo>
                  <a:lnTo>
                    <a:pt x="878606" y="251992"/>
                  </a:lnTo>
                  <a:lnTo>
                    <a:pt x="878606" y="408992"/>
                  </a:lnTo>
                  <a:lnTo>
                    <a:pt x="1157864" y="408992"/>
                  </a:lnTo>
                  <a:lnTo>
                    <a:pt x="1157864" y="353580"/>
                  </a:lnTo>
                  <a:lnTo>
                    <a:pt x="948530" y="353580"/>
                  </a:lnTo>
                  <a:lnTo>
                    <a:pt x="948530" y="306964"/>
                  </a:lnTo>
                  <a:lnTo>
                    <a:pt x="1157864" y="306964"/>
                  </a:lnTo>
                  <a:lnTo>
                    <a:pt x="1157864" y="251992"/>
                  </a:lnTo>
                  <a:close/>
                </a:path>
                <a:path w="1158240" h="412750">
                  <a:moveTo>
                    <a:pt x="1157864" y="306964"/>
                  </a:moveTo>
                  <a:lnTo>
                    <a:pt x="1088379" y="306964"/>
                  </a:lnTo>
                  <a:lnTo>
                    <a:pt x="1088379" y="353580"/>
                  </a:lnTo>
                  <a:lnTo>
                    <a:pt x="1157864" y="353580"/>
                  </a:lnTo>
                  <a:lnTo>
                    <a:pt x="1157864" y="3069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8042" y="1978919"/>
            <a:ext cx="18774410" cy="83820"/>
          </a:xfrm>
          <a:custGeom>
            <a:avLst/>
            <a:gdLst/>
            <a:ahLst/>
            <a:cxnLst/>
            <a:rect l="l" t="t" r="r" b="b"/>
            <a:pathLst>
              <a:path w="18774410" h="83819">
                <a:moveTo>
                  <a:pt x="18774385" y="41910"/>
                </a:moveTo>
                <a:lnTo>
                  <a:pt x="18774334" y="21590"/>
                </a:lnTo>
                <a:lnTo>
                  <a:pt x="18774283" y="0"/>
                </a:lnTo>
                <a:lnTo>
                  <a:pt x="0" y="41884"/>
                </a:lnTo>
                <a:lnTo>
                  <a:pt x="50" y="63474"/>
                </a:lnTo>
                <a:lnTo>
                  <a:pt x="88" y="83794"/>
                </a:lnTo>
                <a:lnTo>
                  <a:pt x="18774385" y="41910"/>
                </a:lnTo>
                <a:close/>
              </a:path>
            </a:pathLst>
          </a:custGeom>
          <a:solidFill>
            <a:srgbClr val="FFFFFF">
              <a:alpha val="2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848141" y="2481599"/>
            <a:ext cx="5696585" cy="7591425"/>
            <a:chOff x="848141" y="2481599"/>
            <a:chExt cx="5696585" cy="75914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8141" y="2481599"/>
              <a:ext cx="5696161" cy="759139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492070" y="2973731"/>
              <a:ext cx="1193800" cy="523875"/>
            </a:xfrm>
            <a:custGeom>
              <a:avLst/>
              <a:gdLst/>
              <a:ahLst/>
              <a:cxnLst/>
              <a:rect l="l" t="t" r="r" b="b"/>
              <a:pathLst>
                <a:path w="1193800" h="523875">
                  <a:moveTo>
                    <a:pt x="1193680" y="0"/>
                  </a:moveTo>
                  <a:lnTo>
                    <a:pt x="0" y="0"/>
                  </a:lnTo>
                  <a:lnTo>
                    <a:pt x="0" y="523544"/>
                  </a:lnTo>
                  <a:lnTo>
                    <a:pt x="1193680" y="523544"/>
                  </a:lnTo>
                  <a:lnTo>
                    <a:pt x="1193680" y="0"/>
                  </a:lnTo>
                  <a:close/>
                </a:path>
              </a:pathLst>
            </a:custGeom>
            <a:solidFill>
              <a:srgbClr val="232D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1326" y="3853285"/>
              <a:ext cx="5204030" cy="288064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31432" y="4311164"/>
              <a:ext cx="1076960" cy="704215"/>
            </a:xfrm>
            <a:custGeom>
              <a:avLst/>
              <a:gdLst/>
              <a:ahLst/>
              <a:cxnLst/>
              <a:rect l="l" t="t" r="r" b="b"/>
              <a:pathLst>
                <a:path w="1076960" h="704214">
                  <a:moveTo>
                    <a:pt x="646" y="691365"/>
                  </a:moveTo>
                  <a:lnTo>
                    <a:pt x="0" y="697112"/>
                  </a:lnTo>
                  <a:lnTo>
                    <a:pt x="4134" y="702295"/>
                  </a:lnTo>
                  <a:lnTo>
                    <a:pt x="15627" y="703589"/>
                  </a:lnTo>
                  <a:lnTo>
                    <a:pt x="20810" y="699455"/>
                  </a:lnTo>
                  <a:lnTo>
                    <a:pt x="21457" y="693708"/>
                  </a:lnTo>
                  <a:lnTo>
                    <a:pt x="646" y="691365"/>
                  </a:lnTo>
                  <a:close/>
                </a:path>
                <a:path w="1076960" h="704214">
                  <a:moveTo>
                    <a:pt x="14190" y="601762"/>
                  </a:moveTo>
                  <a:lnTo>
                    <a:pt x="13108" y="610329"/>
                  </a:lnTo>
                  <a:lnTo>
                    <a:pt x="11803" y="618643"/>
                  </a:lnTo>
                  <a:lnTo>
                    <a:pt x="10290" y="627255"/>
                  </a:lnTo>
                  <a:lnTo>
                    <a:pt x="8583" y="636716"/>
                  </a:lnTo>
                  <a:lnTo>
                    <a:pt x="6727" y="647409"/>
                  </a:lnTo>
                  <a:lnTo>
                    <a:pt x="4765" y="659760"/>
                  </a:lnTo>
                  <a:lnTo>
                    <a:pt x="2728" y="674250"/>
                  </a:lnTo>
                  <a:lnTo>
                    <a:pt x="646" y="691365"/>
                  </a:lnTo>
                  <a:lnTo>
                    <a:pt x="21457" y="693708"/>
                  </a:lnTo>
                  <a:lnTo>
                    <a:pt x="23488" y="677000"/>
                  </a:lnTo>
                  <a:lnTo>
                    <a:pt x="25474" y="662872"/>
                  </a:lnTo>
                  <a:lnTo>
                    <a:pt x="27386" y="650835"/>
                  </a:lnTo>
                  <a:lnTo>
                    <a:pt x="29198" y="640403"/>
                  </a:lnTo>
                  <a:lnTo>
                    <a:pt x="30891" y="631027"/>
                  </a:lnTo>
                  <a:lnTo>
                    <a:pt x="32454" y="622120"/>
                  </a:lnTo>
                  <a:lnTo>
                    <a:pt x="33842" y="613261"/>
                  </a:lnTo>
                  <a:lnTo>
                    <a:pt x="35009" y="604029"/>
                  </a:lnTo>
                  <a:lnTo>
                    <a:pt x="24599" y="602896"/>
                  </a:lnTo>
                  <a:lnTo>
                    <a:pt x="14160" y="602084"/>
                  </a:lnTo>
                  <a:lnTo>
                    <a:pt x="14190" y="601762"/>
                  </a:lnTo>
                  <a:close/>
                </a:path>
                <a:path w="1076960" h="704214">
                  <a:moveTo>
                    <a:pt x="24599" y="602896"/>
                  </a:moveTo>
                  <a:lnTo>
                    <a:pt x="35009" y="604029"/>
                  </a:lnTo>
                  <a:lnTo>
                    <a:pt x="35039" y="603707"/>
                  </a:lnTo>
                  <a:lnTo>
                    <a:pt x="24599" y="602896"/>
                  </a:lnTo>
                  <a:close/>
                </a:path>
                <a:path w="1076960" h="704214">
                  <a:moveTo>
                    <a:pt x="68988" y="364118"/>
                  </a:moveTo>
                  <a:lnTo>
                    <a:pt x="54633" y="403765"/>
                  </a:lnTo>
                  <a:lnTo>
                    <a:pt x="41448" y="445432"/>
                  </a:lnTo>
                  <a:lnTo>
                    <a:pt x="29958" y="491072"/>
                  </a:lnTo>
                  <a:lnTo>
                    <a:pt x="20686" y="542638"/>
                  </a:lnTo>
                  <a:lnTo>
                    <a:pt x="14195" y="601763"/>
                  </a:lnTo>
                  <a:lnTo>
                    <a:pt x="24599" y="602896"/>
                  </a:lnTo>
                  <a:lnTo>
                    <a:pt x="35039" y="603707"/>
                  </a:lnTo>
                  <a:lnTo>
                    <a:pt x="41388" y="545798"/>
                  </a:lnTo>
                  <a:lnTo>
                    <a:pt x="50405" y="495594"/>
                  </a:lnTo>
                  <a:lnTo>
                    <a:pt x="61603" y="451121"/>
                  </a:lnTo>
                  <a:lnTo>
                    <a:pt x="74494" y="410409"/>
                  </a:lnTo>
                  <a:lnTo>
                    <a:pt x="87914" y="373354"/>
                  </a:lnTo>
                  <a:lnTo>
                    <a:pt x="87667" y="373354"/>
                  </a:lnTo>
                  <a:lnTo>
                    <a:pt x="78789" y="367801"/>
                  </a:lnTo>
                  <a:lnTo>
                    <a:pt x="68988" y="364118"/>
                  </a:lnTo>
                  <a:close/>
                </a:path>
                <a:path w="1076960" h="704214">
                  <a:moveTo>
                    <a:pt x="14195" y="601763"/>
                  </a:moveTo>
                  <a:lnTo>
                    <a:pt x="14160" y="602084"/>
                  </a:lnTo>
                  <a:lnTo>
                    <a:pt x="24599" y="602896"/>
                  </a:lnTo>
                  <a:lnTo>
                    <a:pt x="14195" y="601763"/>
                  </a:lnTo>
                  <a:close/>
                </a:path>
                <a:path w="1076960" h="704214">
                  <a:moveTo>
                    <a:pt x="78789" y="367801"/>
                  </a:moveTo>
                  <a:lnTo>
                    <a:pt x="87667" y="373354"/>
                  </a:lnTo>
                  <a:lnTo>
                    <a:pt x="88247" y="372435"/>
                  </a:lnTo>
                  <a:lnTo>
                    <a:pt x="88591" y="371484"/>
                  </a:lnTo>
                  <a:lnTo>
                    <a:pt x="78789" y="367801"/>
                  </a:lnTo>
                  <a:close/>
                </a:path>
                <a:path w="1076960" h="704214">
                  <a:moveTo>
                    <a:pt x="88247" y="372435"/>
                  </a:moveTo>
                  <a:lnTo>
                    <a:pt x="87667" y="373354"/>
                  </a:lnTo>
                  <a:lnTo>
                    <a:pt x="87914" y="373354"/>
                  </a:lnTo>
                  <a:lnTo>
                    <a:pt x="88247" y="372435"/>
                  </a:lnTo>
                  <a:close/>
                </a:path>
                <a:path w="1076960" h="704214">
                  <a:moveTo>
                    <a:pt x="217857" y="168109"/>
                  </a:moveTo>
                  <a:lnTo>
                    <a:pt x="182917" y="203347"/>
                  </a:lnTo>
                  <a:lnTo>
                    <a:pt x="151074" y="241718"/>
                  </a:lnTo>
                  <a:lnTo>
                    <a:pt x="121905" y="281884"/>
                  </a:lnTo>
                  <a:lnTo>
                    <a:pt x="94991" y="322507"/>
                  </a:lnTo>
                  <a:lnTo>
                    <a:pt x="69912" y="362248"/>
                  </a:lnTo>
                  <a:lnTo>
                    <a:pt x="78789" y="367801"/>
                  </a:lnTo>
                  <a:lnTo>
                    <a:pt x="88591" y="371484"/>
                  </a:lnTo>
                  <a:lnTo>
                    <a:pt x="88247" y="372435"/>
                  </a:lnTo>
                  <a:lnTo>
                    <a:pt x="112711" y="333682"/>
                  </a:lnTo>
                  <a:lnTo>
                    <a:pt x="139206" y="293693"/>
                  </a:lnTo>
                  <a:lnTo>
                    <a:pt x="167684" y="254472"/>
                  </a:lnTo>
                  <a:lnTo>
                    <a:pt x="198361" y="217483"/>
                  </a:lnTo>
                  <a:lnTo>
                    <a:pt x="231927" y="183619"/>
                  </a:lnTo>
                  <a:lnTo>
                    <a:pt x="217857" y="168109"/>
                  </a:lnTo>
                  <a:close/>
                </a:path>
                <a:path w="1076960" h="704214">
                  <a:moveTo>
                    <a:pt x="69912" y="362248"/>
                  </a:moveTo>
                  <a:lnTo>
                    <a:pt x="69356" y="363137"/>
                  </a:lnTo>
                  <a:lnTo>
                    <a:pt x="68988" y="364118"/>
                  </a:lnTo>
                  <a:lnTo>
                    <a:pt x="78789" y="367801"/>
                  </a:lnTo>
                  <a:lnTo>
                    <a:pt x="69912" y="362248"/>
                  </a:lnTo>
                  <a:close/>
                </a:path>
                <a:path w="1076960" h="704214">
                  <a:moveTo>
                    <a:pt x="1075981" y="252759"/>
                  </a:moveTo>
                  <a:lnTo>
                    <a:pt x="1055322" y="256185"/>
                  </a:lnTo>
                  <a:lnTo>
                    <a:pt x="1056268" y="261890"/>
                  </a:lnTo>
                  <a:lnTo>
                    <a:pt x="1061660" y="265748"/>
                  </a:lnTo>
                  <a:lnTo>
                    <a:pt x="1073070" y="263856"/>
                  </a:lnTo>
                  <a:lnTo>
                    <a:pt x="1076927" y="258464"/>
                  </a:lnTo>
                  <a:lnTo>
                    <a:pt x="1075981" y="252759"/>
                  </a:lnTo>
                  <a:close/>
                </a:path>
                <a:path w="1076960" h="704214">
                  <a:moveTo>
                    <a:pt x="974968" y="103019"/>
                  </a:moveTo>
                  <a:lnTo>
                    <a:pt x="962127" y="119561"/>
                  </a:lnTo>
                  <a:lnTo>
                    <a:pt x="982371" y="136972"/>
                  </a:lnTo>
                  <a:lnTo>
                    <a:pt x="1000185" y="155504"/>
                  </a:lnTo>
                  <a:lnTo>
                    <a:pt x="1028500" y="193615"/>
                  </a:lnTo>
                  <a:lnTo>
                    <a:pt x="1046913" y="228988"/>
                  </a:lnTo>
                  <a:lnTo>
                    <a:pt x="1055322" y="256185"/>
                  </a:lnTo>
                  <a:lnTo>
                    <a:pt x="1075981" y="252759"/>
                  </a:lnTo>
                  <a:lnTo>
                    <a:pt x="1057518" y="202272"/>
                  </a:lnTo>
                  <a:lnTo>
                    <a:pt x="1032420" y="162152"/>
                  </a:lnTo>
                  <a:lnTo>
                    <a:pt x="996774" y="121769"/>
                  </a:lnTo>
                  <a:lnTo>
                    <a:pt x="974968" y="103019"/>
                  </a:lnTo>
                  <a:close/>
                </a:path>
                <a:path w="1076960" h="704214">
                  <a:moveTo>
                    <a:pt x="397237" y="33503"/>
                  </a:moveTo>
                  <a:lnTo>
                    <a:pt x="345698" y="58409"/>
                  </a:lnTo>
                  <a:lnTo>
                    <a:pt x="300687" y="91599"/>
                  </a:lnTo>
                  <a:lnTo>
                    <a:pt x="259116" y="129323"/>
                  </a:lnTo>
                  <a:lnTo>
                    <a:pt x="238502" y="148914"/>
                  </a:lnTo>
                  <a:lnTo>
                    <a:pt x="217857" y="168109"/>
                  </a:lnTo>
                  <a:lnTo>
                    <a:pt x="231927" y="183619"/>
                  </a:lnTo>
                  <a:lnTo>
                    <a:pt x="253168" y="163883"/>
                  </a:lnTo>
                  <a:lnTo>
                    <a:pt x="273532" y="144514"/>
                  </a:lnTo>
                  <a:lnTo>
                    <a:pt x="293658" y="125695"/>
                  </a:lnTo>
                  <a:lnTo>
                    <a:pt x="335057" y="91018"/>
                  </a:lnTo>
                  <a:lnTo>
                    <a:pt x="379652" y="63495"/>
                  </a:lnTo>
                  <a:lnTo>
                    <a:pt x="404134" y="53277"/>
                  </a:lnTo>
                  <a:lnTo>
                    <a:pt x="397237" y="33503"/>
                  </a:lnTo>
                  <a:close/>
                </a:path>
                <a:path w="1076960" h="704214">
                  <a:moveTo>
                    <a:pt x="749699" y="19969"/>
                  </a:moveTo>
                  <a:lnTo>
                    <a:pt x="744301" y="40203"/>
                  </a:lnTo>
                  <a:lnTo>
                    <a:pt x="809999" y="57254"/>
                  </a:lnTo>
                  <a:lnTo>
                    <a:pt x="840076" y="65376"/>
                  </a:lnTo>
                  <a:lnTo>
                    <a:pt x="894823" y="83130"/>
                  </a:lnTo>
                  <a:lnTo>
                    <a:pt x="941636" y="105546"/>
                  </a:lnTo>
                  <a:lnTo>
                    <a:pt x="962127" y="119561"/>
                  </a:lnTo>
                  <a:lnTo>
                    <a:pt x="974968" y="103019"/>
                  </a:lnTo>
                  <a:lnTo>
                    <a:pt x="928211" y="74635"/>
                  </a:lnTo>
                  <a:lnTo>
                    <a:pt x="874854" y="53945"/>
                  </a:lnTo>
                  <a:lnTo>
                    <a:pt x="815296" y="36993"/>
                  </a:lnTo>
                  <a:lnTo>
                    <a:pt x="749699" y="19969"/>
                  </a:lnTo>
                  <a:close/>
                </a:path>
                <a:path w="1076960" h="704214">
                  <a:moveTo>
                    <a:pt x="584586" y="0"/>
                  </a:moveTo>
                  <a:lnTo>
                    <a:pt x="533468" y="3170"/>
                  </a:lnTo>
                  <a:lnTo>
                    <a:pt x="484949" y="10223"/>
                  </a:lnTo>
                  <a:lnTo>
                    <a:pt x="439411" y="20540"/>
                  </a:lnTo>
                  <a:lnTo>
                    <a:pt x="397237" y="33503"/>
                  </a:lnTo>
                  <a:lnTo>
                    <a:pt x="404134" y="53277"/>
                  </a:lnTo>
                  <a:lnTo>
                    <a:pt x="444854" y="40762"/>
                  </a:lnTo>
                  <a:lnTo>
                    <a:pt x="488817" y="30803"/>
                  </a:lnTo>
                  <a:lnTo>
                    <a:pt x="535653" y="23997"/>
                  </a:lnTo>
                  <a:lnTo>
                    <a:pt x="584990" y="20938"/>
                  </a:lnTo>
                  <a:lnTo>
                    <a:pt x="749441" y="20938"/>
                  </a:lnTo>
                  <a:lnTo>
                    <a:pt x="749699" y="19969"/>
                  </a:lnTo>
                  <a:lnTo>
                    <a:pt x="693084" y="7780"/>
                  </a:lnTo>
                  <a:lnTo>
                    <a:pt x="637918" y="1330"/>
                  </a:lnTo>
                  <a:lnTo>
                    <a:pt x="584586" y="0"/>
                  </a:lnTo>
                  <a:close/>
                </a:path>
                <a:path w="1076960" h="704214">
                  <a:moveTo>
                    <a:pt x="749441" y="20938"/>
                  </a:moveTo>
                  <a:lnTo>
                    <a:pt x="584990" y="20938"/>
                  </a:lnTo>
                  <a:lnTo>
                    <a:pt x="636458" y="22222"/>
                  </a:lnTo>
                  <a:lnTo>
                    <a:pt x="689685" y="28446"/>
                  </a:lnTo>
                  <a:lnTo>
                    <a:pt x="744301" y="40203"/>
                  </a:lnTo>
                  <a:lnTo>
                    <a:pt x="749441" y="20938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45368" y="4935453"/>
              <a:ext cx="250168" cy="15510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928795" y="4344891"/>
              <a:ext cx="1143000" cy="663575"/>
            </a:xfrm>
            <a:custGeom>
              <a:avLst/>
              <a:gdLst/>
              <a:ahLst/>
              <a:cxnLst/>
              <a:rect l="l" t="t" r="r" b="b"/>
              <a:pathLst>
                <a:path w="1143000" h="663575">
                  <a:moveTo>
                    <a:pt x="996581" y="590943"/>
                  </a:moveTo>
                  <a:lnTo>
                    <a:pt x="995692" y="584365"/>
                  </a:lnTo>
                  <a:lnTo>
                    <a:pt x="991082" y="580859"/>
                  </a:lnTo>
                  <a:lnTo>
                    <a:pt x="979233" y="570077"/>
                  </a:lnTo>
                  <a:lnTo>
                    <a:pt x="971410" y="559371"/>
                  </a:lnTo>
                  <a:lnTo>
                    <a:pt x="966203" y="548436"/>
                  </a:lnTo>
                  <a:lnTo>
                    <a:pt x="962152" y="536968"/>
                  </a:lnTo>
                  <a:lnTo>
                    <a:pt x="957173" y="523532"/>
                  </a:lnTo>
                  <a:lnTo>
                    <a:pt x="950836" y="508673"/>
                  </a:lnTo>
                  <a:lnTo>
                    <a:pt x="943356" y="492455"/>
                  </a:lnTo>
                  <a:lnTo>
                    <a:pt x="934923" y="474916"/>
                  </a:lnTo>
                  <a:lnTo>
                    <a:pt x="915593" y="435368"/>
                  </a:lnTo>
                  <a:lnTo>
                    <a:pt x="905040" y="413385"/>
                  </a:lnTo>
                  <a:lnTo>
                    <a:pt x="894080" y="389902"/>
                  </a:lnTo>
                  <a:lnTo>
                    <a:pt x="893800" y="389280"/>
                  </a:lnTo>
                  <a:lnTo>
                    <a:pt x="893432" y="388708"/>
                  </a:lnTo>
                  <a:lnTo>
                    <a:pt x="879208" y="364490"/>
                  </a:lnTo>
                  <a:lnTo>
                    <a:pt x="866127" y="339839"/>
                  </a:lnTo>
                  <a:lnTo>
                    <a:pt x="853617" y="314858"/>
                  </a:lnTo>
                  <a:lnTo>
                    <a:pt x="841146" y="289661"/>
                  </a:lnTo>
                  <a:lnTo>
                    <a:pt x="828281" y="264680"/>
                  </a:lnTo>
                  <a:lnTo>
                    <a:pt x="814425" y="240030"/>
                  </a:lnTo>
                  <a:lnTo>
                    <a:pt x="799084" y="216014"/>
                  </a:lnTo>
                  <a:lnTo>
                    <a:pt x="781761" y="192913"/>
                  </a:lnTo>
                  <a:lnTo>
                    <a:pt x="762546" y="168186"/>
                  </a:lnTo>
                  <a:lnTo>
                    <a:pt x="739940" y="138493"/>
                  </a:lnTo>
                  <a:lnTo>
                    <a:pt x="713879" y="106578"/>
                  </a:lnTo>
                  <a:lnTo>
                    <a:pt x="684326" y="75158"/>
                  </a:lnTo>
                  <a:lnTo>
                    <a:pt x="650354" y="46177"/>
                  </a:lnTo>
                  <a:lnTo>
                    <a:pt x="611581" y="22225"/>
                  </a:lnTo>
                  <a:lnTo>
                    <a:pt x="567791" y="5981"/>
                  </a:lnTo>
                  <a:lnTo>
                    <a:pt x="518528" y="0"/>
                  </a:lnTo>
                  <a:lnTo>
                    <a:pt x="343623" y="1295"/>
                  </a:lnTo>
                  <a:lnTo>
                    <a:pt x="299275" y="2590"/>
                  </a:lnTo>
                  <a:lnTo>
                    <a:pt x="260870" y="4521"/>
                  </a:lnTo>
                  <a:lnTo>
                    <a:pt x="186309" y="13081"/>
                  </a:lnTo>
                  <a:lnTo>
                    <a:pt x="125437" y="33121"/>
                  </a:lnTo>
                  <a:lnTo>
                    <a:pt x="80149" y="67106"/>
                  </a:lnTo>
                  <a:lnTo>
                    <a:pt x="44500" y="107492"/>
                  </a:lnTo>
                  <a:lnTo>
                    <a:pt x="19405" y="147612"/>
                  </a:lnTo>
                  <a:lnTo>
                    <a:pt x="4495" y="183311"/>
                  </a:lnTo>
                  <a:lnTo>
                    <a:pt x="0" y="203796"/>
                  </a:lnTo>
                  <a:lnTo>
                    <a:pt x="3848" y="209194"/>
                  </a:lnTo>
                  <a:lnTo>
                    <a:pt x="15265" y="211086"/>
                  </a:lnTo>
                  <a:lnTo>
                    <a:pt x="20650" y="207225"/>
                  </a:lnTo>
                  <a:lnTo>
                    <a:pt x="21602" y="201523"/>
                  </a:lnTo>
                  <a:lnTo>
                    <a:pt x="24587" y="189242"/>
                  </a:lnTo>
                  <a:lnTo>
                    <a:pt x="48425" y="138950"/>
                  </a:lnTo>
                  <a:lnTo>
                    <a:pt x="76733" y="100838"/>
                  </a:lnTo>
                  <a:lnTo>
                    <a:pt x="114795" y="64897"/>
                  </a:lnTo>
                  <a:lnTo>
                    <a:pt x="159435" y="41414"/>
                  </a:lnTo>
                  <a:lnTo>
                    <a:pt x="229920" y="28054"/>
                  </a:lnTo>
                  <a:lnTo>
                    <a:pt x="300202" y="23507"/>
                  </a:lnTo>
                  <a:lnTo>
                    <a:pt x="344068" y="22225"/>
                  </a:lnTo>
                  <a:lnTo>
                    <a:pt x="518541" y="20942"/>
                  </a:lnTo>
                  <a:lnTo>
                    <a:pt x="562622" y="26276"/>
                  </a:lnTo>
                  <a:lnTo>
                    <a:pt x="602284" y="40995"/>
                  </a:lnTo>
                  <a:lnTo>
                    <a:pt x="637870" y="62992"/>
                  </a:lnTo>
                  <a:lnTo>
                    <a:pt x="669772" y="90220"/>
                  </a:lnTo>
                  <a:lnTo>
                    <a:pt x="698347" y="120586"/>
                  </a:lnTo>
                  <a:lnTo>
                    <a:pt x="723404" y="151345"/>
                  </a:lnTo>
                  <a:lnTo>
                    <a:pt x="745591" y="180543"/>
                  </a:lnTo>
                  <a:lnTo>
                    <a:pt x="765568" y="206209"/>
                  </a:lnTo>
                  <a:lnTo>
                    <a:pt x="796429" y="250736"/>
                  </a:lnTo>
                  <a:lnTo>
                    <a:pt x="822426" y="299046"/>
                  </a:lnTo>
                  <a:lnTo>
                    <a:pt x="834783" y="324015"/>
                  </a:lnTo>
                  <a:lnTo>
                    <a:pt x="847483" y="349377"/>
                  </a:lnTo>
                  <a:lnTo>
                    <a:pt x="860958" y="374751"/>
                  </a:lnTo>
                  <a:lnTo>
                    <a:pt x="875258" y="399097"/>
                  </a:lnTo>
                  <a:lnTo>
                    <a:pt x="875601" y="399808"/>
                  </a:lnTo>
                  <a:lnTo>
                    <a:pt x="886104" y="422338"/>
                  </a:lnTo>
                  <a:lnTo>
                    <a:pt x="896759" y="444512"/>
                  </a:lnTo>
                  <a:lnTo>
                    <a:pt x="916089" y="484085"/>
                  </a:lnTo>
                  <a:lnTo>
                    <a:pt x="924483" y="501523"/>
                  </a:lnTo>
                  <a:lnTo>
                    <a:pt x="931722" y="517220"/>
                  </a:lnTo>
                  <a:lnTo>
                    <a:pt x="937691" y="531228"/>
                  </a:lnTo>
                  <a:lnTo>
                    <a:pt x="942276" y="543585"/>
                  </a:lnTo>
                  <a:lnTo>
                    <a:pt x="946873" y="556514"/>
                  </a:lnTo>
                  <a:lnTo>
                    <a:pt x="953325" y="569925"/>
                  </a:lnTo>
                  <a:lnTo>
                    <a:pt x="963282" y="583653"/>
                  </a:lnTo>
                  <a:lnTo>
                    <a:pt x="978408" y="597535"/>
                  </a:lnTo>
                  <a:lnTo>
                    <a:pt x="983005" y="601027"/>
                  </a:lnTo>
                  <a:lnTo>
                    <a:pt x="989571" y="600138"/>
                  </a:lnTo>
                  <a:lnTo>
                    <a:pt x="996581" y="590943"/>
                  </a:lnTo>
                  <a:close/>
                </a:path>
                <a:path w="1143000" h="663575">
                  <a:moveTo>
                    <a:pt x="1142530" y="342620"/>
                  </a:moveTo>
                  <a:lnTo>
                    <a:pt x="1139571" y="336689"/>
                  </a:lnTo>
                  <a:lnTo>
                    <a:pt x="1128598" y="333032"/>
                  </a:lnTo>
                  <a:lnTo>
                    <a:pt x="1122667" y="335991"/>
                  </a:lnTo>
                  <a:lnTo>
                    <a:pt x="1120838" y="341477"/>
                  </a:lnTo>
                  <a:lnTo>
                    <a:pt x="1104595" y="390194"/>
                  </a:lnTo>
                  <a:lnTo>
                    <a:pt x="1087869" y="434111"/>
                  </a:lnTo>
                  <a:lnTo>
                    <a:pt x="1070521" y="481558"/>
                  </a:lnTo>
                  <a:lnTo>
                    <a:pt x="1053414" y="531634"/>
                  </a:lnTo>
                  <a:lnTo>
                    <a:pt x="1037297" y="583730"/>
                  </a:lnTo>
                  <a:lnTo>
                    <a:pt x="1024001" y="633183"/>
                  </a:lnTo>
                  <a:lnTo>
                    <a:pt x="1021041" y="635114"/>
                  </a:lnTo>
                  <a:lnTo>
                    <a:pt x="1014234" y="638149"/>
                  </a:lnTo>
                  <a:lnTo>
                    <a:pt x="1006335" y="640435"/>
                  </a:lnTo>
                  <a:lnTo>
                    <a:pt x="997661" y="641794"/>
                  </a:lnTo>
                  <a:lnTo>
                    <a:pt x="988809" y="642061"/>
                  </a:lnTo>
                  <a:lnTo>
                    <a:pt x="980313" y="641159"/>
                  </a:lnTo>
                  <a:lnTo>
                    <a:pt x="934415" y="615911"/>
                  </a:lnTo>
                  <a:lnTo>
                    <a:pt x="902068" y="594474"/>
                  </a:lnTo>
                  <a:lnTo>
                    <a:pt x="886256" y="584415"/>
                  </a:lnTo>
                  <a:lnTo>
                    <a:pt x="870724" y="575271"/>
                  </a:lnTo>
                  <a:lnTo>
                    <a:pt x="855865" y="567601"/>
                  </a:lnTo>
                  <a:lnTo>
                    <a:pt x="842022" y="562000"/>
                  </a:lnTo>
                  <a:lnTo>
                    <a:pt x="836536" y="560184"/>
                  </a:lnTo>
                  <a:lnTo>
                    <a:pt x="830605" y="563156"/>
                  </a:lnTo>
                  <a:lnTo>
                    <a:pt x="826960" y="574128"/>
                  </a:lnTo>
                  <a:lnTo>
                    <a:pt x="829945" y="580059"/>
                  </a:lnTo>
                  <a:lnTo>
                    <a:pt x="835431" y="581875"/>
                  </a:lnTo>
                  <a:lnTo>
                    <a:pt x="847242" y="586689"/>
                  </a:lnTo>
                  <a:lnTo>
                    <a:pt x="860526" y="593559"/>
                  </a:lnTo>
                  <a:lnTo>
                    <a:pt x="875068" y="602132"/>
                  </a:lnTo>
                  <a:lnTo>
                    <a:pt x="890651" y="612025"/>
                  </a:lnTo>
                  <a:lnTo>
                    <a:pt x="922832" y="633361"/>
                  </a:lnTo>
                  <a:lnTo>
                    <a:pt x="939012" y="643966"/>
                  </a:lnTo>
                  <a:lnTo>
                    <a:pt x="954684" y="653757"/>
                  </a:lnTo>
                  <a:lnTo>
                    <a:pt x="965276" y="658761"/>
                  </a:lnTo>
                  <a:lnTo>
                    <a:pt x="976591" y="661771"/>
                  </a:lnTo>
                  <a:lnTo>
                    <a:pt x="988187" y="662990"/>
                  </a:lnTo>
                  <a:lnTo>
                    <a:pt x="999617" y="662647"/>
                  </a:lnTo>
                  <a:lnTo>
                    <a:pt x="1039685" y="647814"/>
                  </a:lnTo>
                  <a:lnTo>
                    <a:pt x="1043266" y="642175"/>
                  </a:lnTo>
                  <a:lnTo>
                    <a:pt x="1046124" y="631532"/>
                  </a:lnTo>
                  <a:lnTo>
                    <a:pt x="1057427" y="589521"/>
                  </a:lnTo>
                  <a:lnTo>
                    <a:pt x="1073327" y="538124"/>
                  </a:lnTo>
                  <a:lnTo>
                    <a:pt x="1090256" y="488581"/>
                  </a:lnTo>
                  <a:lnTo>
                    <a:pt x="1107465" y="441490"/>
                  </a:lnTo>
                  <a:lnTo>
                    <a:pt x="1124229" y="397471"/>
                  </a:lnTo>
                  <a:lnTo>
                    <a:pt x="1124394" y="397014"/>
                  </a:lnTo>
                  <a:lnTo>
                    <a:pt x="1126756" y="389940"/>
                  </a:lnTo>
                  <a:lnTo>
                    <a:pt x="1140701" y="348107"/>
                  </a:lnTo>
                  <a:lnTo>
                    <a:pt x="1142530" y="34262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71777" y="4161135"/>
              <a:ext cx="3346450" cy="165735"/>
            </a:xfrm>
            <a:custGeom>
              <a:avLst/>
              <a:gdLst/>
              <a:ahLst/>
              <a:cxnLst/>
              <a:rect l="l" t="t" r="r" b="b"/>
              <a:pathLst>
                <a:path w="3346450" h="165735">
                  <a:moveTo>
                    <a:pt x="99644" y="4737"/>
                  </a:moveTo>
                  <a:lnTo>
                    <a:pt x="82435" y="4737"/>
                  </a:lnTo>
                  <a:lnTo>
                    <a:pt x="82435" y="96215"/>
                  </a:lnTo>
                  <a:lnTo>
                    <a:pt x="80022" y="90347"/>
                  </a:lnTo>
                  <a:lnTo>
                    <a:pt x="80124" y="90551"/>
                  </a:lnTo>
                  <a:lnTo>
                    <a:pt x="82435" y="96215"/>
                  </a:lnTo>
                  <a:lnTo>
                    <a:pt x="82435" y="4737"/>
                  </a:lnTo>
                  <a:lnTo>
                    <a:pt x="77482" y="4737"/>
                  </a:lnTo>
                  <a:lnTo>
                    <a:pt x="77482" y="84836"/>
                  </a:lnTo>
                  <a:lnTo>
                    <a:pt x="77482" y="110210"/>
                  </a:lnTo>
                  <a:lnTo>
                    <a:pt x="77482" y="122948"/>
                  </a:lnTo>
                  <a:lnTo>
                    <a:pt x="76123" y="128371"/>
                  </a:lnTo>
                  <a:lnTo>
                    <a:pt x="73406" y="132842"/>
                  </a:lnTo>
                  <a:lnTo>
                    <a:pt x="70827" y="137185"/>
                  </a:lnTo>
                  <a:lnTo>
                    <a:pt x="67449" y="140500"/>
                  </a:lnTo>
                  <a:lnTo>
                    <a:pt x="63246" y="142811"/>
                  </a:lnTo>
                  <a:lnTo>
                    <a:pt x="59169" y="145110"/>
                  </a:lnTo>
                  <a:lnTo>
                    <a:pt x="55041" y="146265"/>
                  </a:lnTo>
                  <a:lnTo>
                    <a:pt x="45821" y="146265"/>
                  </a:lnTo>
                  <a:lnTo>
                    <a:pt x="22809" y="122948"/>
                  </a:lnTo>
                  <a:lnTo>
                    <a:pt x="22809" y="110210"/>
                  </a:lnTo>
                  <a:lnTo>
                    <a:pt x="45821" y="86893"/>
                  </a:lnTo>
                  <a:lnTo>
                    <a:pt x="55041" y="86893"/>
                  </a:lnTo>
                  <a:lnTo>
                    <a:pt x="59169" y="88036"/>
                  </a:lnTo>
                  <a:lnTo>
                    <a:pt x="63246" y="90347"/>
                  </a:lnTo>
                  <a:lnTo>
                    <a:pt x="67449" y="92646"/>
                  </a:lnTo>
                  <a:lnTo>
                    <a:pt x="70815" y="96024"/>
                  </a:lnTo>
                  <a:lnTo>
                    <a:pt x="73406" y="100507"/>
                  </a:lnTo>
                  <a:lnTo>
                    <a:pt x="76123" y="104851"/>
                  </a:lnTo>
                  <a:lnTo>
                    <a:pt x="77482" y="110210"/>
                  </a:lnTo>
                  <a:lnTo>
                    <a:pt x="77482" y="84836"/>
                  </a:lnTo>
                  <a:lnTo>
                    <a:pt x="76733" y="83223"/>
                  </a:lnTo>
                  <a:lnTo>
                    <a:pt x="72059" y="77597"/>
                  </a:lnTo>
                  <a:lnTo>
                    <a:pt x="66090" y="73672"/>
                  </a:lnTo>
                  <a:lnTo>
                    <a:pt x="60261" y="69735"/>
                  </a:lnTo>
                  <a:lnTo>
                    <a:pt x="53416" y="67767"/>
                  </a:lnTo>
                  <a:lnTo>
                    <a:pt x="37553" y="67767"/>
                  </a:lnTo>
                  <a:lnTo>
                    <a:pt x="6299" y="90347"/>
                  </a:lnTo>
                  <a:lnTo>
                    <a:pt x="0" y="116573"/>
                  </a:lnTo>
                  <a:lnTo>
                    <a:pt x="393" y="123939"/>
                  </a:lnTo>
                  <a:lnTo>
                    <a:pt x="22974" y="159689"/>
                  </a:lnTo>
                  <a:lnTo>
                    <a:pt x="37553" y="165379"/>
                  </a:lnTo>
                  <a:lnTo>
                    <a:pt x="53416" y="165379"/>
                  </a:lnTo>
                  <a:lnTo>
                    <a:pt x="60261" y="163410"/>
                  </a:lnTo>
                  <a:lnTo>
                    <a:pt x="66090" y="159486"/>
                  </a:lnTo>
                  <a:lnTo>
                    <a:pt x="72059" y="155549"/>
                  </a:lnTo>
                  <a:lnTo>
                    <a:pt x="76733" y="149923"/>
                  </a:lnTo>
                  <a:lnTo>
                    <a:pt x="77482" y="148310"/>
                  </a:lnTo>
                  <a:lnTo>
                    <a:pt x="77482" y="163347"/>
                  </a:lnTo>
                  <a:lnTo>
                    <a:pt x="99644" y="163347"/>
                  </a:lnTo>
                  <a:lnTo>
                    <a:pt x="99644" y="4737"/>
                  </a:lnTo>
                  <a:close/>
                </a:path>
                <a:path w="3346450" h="165735">
                  <a:moveTo>
                    <a:pt x="226301" y="119621"/>
                  </a:moveTo>
                  <a:lnTo>
                    <a:pt x="125234" y="119621"/>
                  </a:lnTo>
                  <a:lnTo>
                    <a:pt x="125234" y="139357"/>
                  </a:lnTo>
                  <a:lnTo>
                    <a:pt x="226301" y="139357"/>
                  </a:lnTo>
                  <a:lnTo>
                    <a:pt x="226301" y="119621"/>
                  </a:lnTo>
                  <a:close/>
                </a:path>
                <a:path w="3346450" h="165735">
                  <a:moveTo>
                    <a:pt x="226301" y="84645"/>
                  </a:moveTo>
                  <a:lnTo>
                    <a:pt x="125234" y="84645"/>
                  </a:lnTo>
                  <a:lnTo>
                    <a:pt x="125234" y="104381"/>
                  </a:lnTo>
                  <a:lnTo>
                    <a:pt x="226301" y="104381"/>
                  </a:lnTo>
                  <a:lnTo>
                    <a:pt x="226301" y="84645"/>
                  </a:lnTo>
                  <a:close/>
                </a:path>
                <a:path w="3346450" h="165735">
                  <a:moveTo>
                    <a:pt x="342404" y="105194"/>
                  </a:moveTo>
                  <a:lnTo>
                    <a:pt x="300710" y="105194"/>
                  </a:lnTo>
                  <a:lnTo>
                    <a:pt x="300710" y="124917"/>
                  </a:lnTo>
                  <a:lnTo>
                    <a:pt x="342404" y="124917"/>
                  </a:lnTo>
                  <a:lnTo>
                    <a:pt x="342404" y="105194"/>
                  </a:lnTo>
                  <a:close/>
                </a:path>
                <a:path w="3346450" h="165735">
                  <a:moveTo>
                    <a:pt x="415366" y="18770"/>
                  </a:moveTo>
                  <a:lnTo>
                    <a:pt x="358635" y="31572"/>
                  </a:lnTo>
                  <a:lnTo>
                    <a:pt x="358635" y="54356"/>
                  </a:lnTo>
                  <a:lnTo>
                    <a:pt x="391579" y="45199"/>
                  </a:lnTo>
                  <a:lnTo>
                    <a:pt x="391579" y="163347"/>
                  </a:lnTo>
                  <a:lnTo>
                    <a:pt x="415366" y="163347"/>
                  </a:lnTo>
                  <a:lnTo>
                    <a:pt x="415366" y="45199"/>
                  </a:lnTo>
                  <a:lnTo>
                    <a:pt x="415366" y="18770"/>
                  </a:lnTo>
                  <a:close/>
                </a:path>
                <a:path w="3346450" h="165735">
                  <a:moveTo>
                    <a:pt x="3128911" y="0"/>
                  </a:moveTo>
                  <a:lnTo>
                    <a:pt x="3111182" y="0"/>
                  </a:lnTo>
                  <a:lnTo>
                    <a:pt x="3111182" y="94208"/>
                  </a:lnTo>
                  <a:lnTo>
                    <a:pt x="3108706" y="88163"/>
                  </a:lnTo>
                  <a:lnTo>
                    <a:pt x="3108807" y="88379"/>
                  </a:lnTo>
                  <a:lnTo>
                    <a:pt x="3111182" y="94208"/>
                  </a:lnTo>
                  <a:lnTo>
                    <a:pt x="3111182" y="0"/>
                  </a:lnTo>
                  <a:lnTo>
                    <a:pt x="3106077" y="0"/>
                  </a:lnTo>
                  <a:lnTo>
                    <a:pt x="3106077" y="82499"/>
                  </a:lnTo>
                  <a:lnTo>
                    <a:pt x="3106077" y="108623"/>
                  </a:lnTo>
                  <a:lnTo>
                    <a:pt x="3106077" y="121742"/>
                  </a:lnTo>
                  <a:lnTo>
                    <a:pt x="3104680" y="127330"/>
                  </a:lnTo>
                  <a:lnTo>
                    <a:pt x="3101898" y="131927"/>
                  </a:lnTo>
                  <a:lnTo>
                    <a:pt x="3099244" y="136398"/>
                  </a:lnTo>
                  <a:lnTo>
                    <a:pt x="3095752" y="139827"/>
                  </a:lnTo>
                  <a:lnTo>
                    <a:pt x="3091421" y="142189"/>
                  </a:lnTo>
                  <a:lnTo>
                    <a:pt x="3087230" y="144564"/>
                  </a:lnTo>
                  <a:lnTo>
                    <a:pt x="3082975" y="145757"/>
                  </a:lnTo>
                  <a:lnTo>
                    <a:pt x="3073476" y="145757"/>
                  </a:lnTo>
                  <a:lnTo>
                    <a:pt x="3049778" y="121742"/>
                  </a:lnTo>
                  <a:lnTo>
                    <a:pt x="3049778" y="108623"/>
                  </a:lnTo>
                  <a:lnTo>
                    <a:pt x="3073476" y="84607"/>
                  </a:lnTo>
                  <a:lnTo>
                    <a:pt x="3082975" y="84607"/>
                  </a:lnTo>
                  <a:lnTo>
                    <a:pt x="3087230" y="85788"/>
                  </a:lnTo>
                  <a:lnTo>
                    <a:pt x="3091421" y="88163"/>
                  </a:lnTo>
                  <a:lnTo>
                    <a:pt x="3095752" y="90538"/>
                  </a:lnTo>
                  <a:lnTo>
                    <a:pt x="3099231" y="94018"/>
                  </a:lnTo>
                  <a:lnTo>
                    <a:pt x="3101898" y="98640"/>
                  </a:lnTo>
                  <a:lnTo>
                    <a:pt x="3104680" y="103098"/>
                  </a:lnTo>
                  <a:lnTo>
                    <a:pt x="3106077" y="108623"/>
                  </a:lnTo>
                  <a:lnTo>
                    <a:pt x="3106077" y="82499"/>
                  </a:lnTo>
                  <a:lnTo>
                    <a:pt x="3105315" y="80835"/>
                  </a:lnTo>
                  <a:lnTo>
                    <a:pt x="3100501" y="75044"/>
                  </a:lnTo>
                  <a:lnTo>
                    <a:pt x="3094355" y="70993"/>
                  </a:lnTo>
                  <a:lnTo>
                    <a:pt x="3088348" y="66941"/>
                  </a:lnTo>
                  <a:lnTo>
                    <a:pt x="3081299" y="64922"/>
                  </a:lnTo>
                  <a:lnTo>
                    <a:pt x="3064967" y="64922"/>
                  </a:lnTo>
                  <a:lnTo>
                    <a:pt x="3032785" y="88163"/>
                  </a:lnTo>
                  <a:lnTo>
                    <a:pt x="3026295" y="115176"/>
                  </a:lnTo>
                  <a:lnTo>
                    <a:pt x="3026702" y="122758"/>
                  </a:lnTo>
                  <a:lnTo>
                    <a:pt x="3049955" y="159575"/>
                  </a:lnTo>
                  <a:lnTo>
                    <a:pt x="3064967" y="165442"/>
                  </a:lnTo>
                  <a:lnTo>
                    <a:pt x="3081299" y="165442"/>
                  </a:lnTo>
                  <a:lnTo>
                    <a:pt x="3088348" y="163410"/>
                  </a:lnTo>
                  <a:lnTo>
                    <a:pt x="3094355" y="159372"/>
                  </a:lnTo>
                  <a:lnTo>
                    <a:pt x="3100501" y="155321"/>
                  </a:lnTo>
                  <a:lnTo>
                    <a:pt x="3105315" y="149529"/>
                  </a:lnTo>
                  <a:lnTo>
                    <a:pt x="3106077" y="147866"/>
                  </a:lnTo>
                  <a:lnTo>
                    <a:pt x="3106077" y="163347"/>
                  </a:lnTo>
                  <a:lnTo>
                    <a:pt x="3128911" y="163347"/>
                  </a:lnTo>
                  <a:lnTo>
                    <a:pt x="3128911" y="0"/>
                  </a:lnTo>
                  <a:close/>
                </a:path>
                <a:path w="3346450" h="165735">
                  <a:moveTo>
                    <a:pt x="3259353" y="118325"/>
                  </a:moveTo>
                  <a:lnTo>
                    <a:pt x="3155264" y="118325"/>
                  </a:lnTo>
                  <a:lnTo>
                    <a:pt x="3155264" y="138633"/>
                  </a:lnTo>
                  <a:lnTo>
                    <a:pt x="3259353" y="138633"/>
                  </a:lnTo>
                  <a:lnTo>
                    <a:pt x="3259353" y="118325"/>
                  </a:lnTo>
                  <a:close/>
                </a:path>
                <a:path w="3346450" h="165735">
                  <a:moveTo>
                    <a:pt x="3259353" y="82296"/>
                  </a:moveTo>
                  <a:lnTo>
                    <a:pt x="3155264" y="82296"/>
                  </a:lnTo>
                  <a:lnTo>
                    <a:pt x="3155264" y="102616"/>
                  </a:lnTo>
                  <a:lnTo>
                    <a:pt x="3259353" y="102616"/>
                  </a:lnTo>
                  <a:lnTo>
                    <a:pt x="3259353" y="82296"/>
                  </a:lnTo>
                  <a:close/>
                </a:path>
                <a:path w="3346450" h="165735">
                  <a:moveTo>
                    <a:pt x="3346285" y="14452"/>
                  </a:moveTo>
                  <a:lnTo>
                    <a:pt x="3287852" y="27647"/>
                  </a:lnTo>
                  <a:lnTo>
                    <a:pt x="3287852" y="51092"/>
                  </a:lnTo>
                  <a:lnTo>
                    <a:pt x="3321786" y="41668"/>
                  </a:lnTo>
                  <a:lnTo>
                    <a:pt x="3321786" y="163347"/>
                  </a:lnTo>
                  <a:lnTo>
                    <a:pt x="3346285" y="163347"/>
                  </a:lnTo>
                  <a:lnTo>
                    <a:pt x="3346285" y="41668"/>
                  </a:lnTo>
                  <a:lnTo>
                    <a:pt x="3346285" y="14452"/>
                  </a:lnTo>
                  <a:close/>
                </a:path>
              </a:pathLst>
            </a:custGeom>
            <a:solidFill>
              <a:srgbClr val="FF01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672230" y="946567"/>
            <a:ext cx="7512050" cy="572135"/>
            <a:chOff x="672230" y="946567"/>
            <a:chExt cx="7512050" cy="572135"/>
          </a:xfrm>
        </p:grpSpPr>
        <p:sp>
          <p:nvSpPr>
            <p:cNvPr id="12" name="object 12"/>
            <p:cNvSpPr/>
            <p:nvPr/>
          </p:nvSpPr>
          <p:spPr>
            <a:xfrm>
              <a:off x="672230" y="946567"/>
              <a:ext cx="7512050" cy="572135"/>
            </a:xfrm>
            <a:custGeom>
              <a:avLst/>
              <a:gdLst/>
              <a:ahLst/>
              <a:cxnLst/>
              <a:rect l="l" t="t" r="r" b="b"/>
              <a:pathLst>
                <a:path w="7512050" h="572135">
                  <a:moveTo>
                    <a:pt x="513073" y="20522"/>
                  </a:moveTo>
                  <a:lnTo>
                    <a:pt x="14659" y="20522"/>
                  </a:lnTo>
                  <a:lnTo>
                    <a:pt x="14659" y="296116"/>
                  </a:lnTo>
                  <a:lnTo>
                    <a:pt x="513073" y="296116"/>
                  </a:lnTo>
                  <a:lnTo>
                    <a:pt x="513073" y="185439"/>
                  </a:lnTo>
                  <a:lnTo>
                    <a:pt x="152456" y="185439"/>
                  </a:lnTo>
                  <a:lnTo>
                    <a:pt x="152456" y="130467"/>
                  </a:lnTo>
                  <a:lnTo>
                    <a:pt x="513073" y="130467"/>
                  </a:lnTo>
                  <a:lnTo>
                    <a:pt x="513073" y="20522"/>
                  </a:lnTo>
                  <a:close/>
                </a:path>
                <a:path w="7512050" h="572135">
                  <a:moveTo>
                    <a:pt x="513073" y="130467"/>
                  </a:moveTo>
                  <a:lnTo>
                    <a:pt x="375276" y="130467"/>
                  </a:lnTo>
                  <a:lnTo>
                    <a:pt x="375276" y="185439"/>
                  </a:lnTo>
                  <a:lnTo>
                    <a:pt x="513073" y="185439"/>
                  </a:lnTo>
                  <a:lnTo>
                    <a:pt x="513073" y="130467"/>
                  </a:lnTo>
                  <a:close/>
                </a:path>
                <a:path w="7512050" h="572135">
                  <a:moveTo>
                    <a:pt x="332764" y="461766"/>
                  </a:moveTo>
                  <a:lnTo>
                    <a:pt x="194967" y="461766"/>
                  </a:lnTo>
                  <a:lnTo>
                    <a:pt x="194967" y="571710"/>
                  </a:lnTo>
                  <a:lnTo>
                    <a:pt x="332764" y="571710"/>
                  </a:lnTo>
                  <a:lnTo>
                    <a:pt x="332764" y="461766"/>
                  </a:lnTo>
                  <a:close/>
                </a:path>
                <a:path w="7512050" h="572135">
                  <a:moveTo>
                    <a:pt x="527732" y="351088"/>
                  </a:moveTo>
                  <a:lnTo>
                    <a:pt x="0" y="351088"/>
                  </a:lnTo>
                  <a:lnTo>
                    <a:pt x="0" y="461766"/>
                  </a:lnTo>
                  <a:lnTo>
                    <a:pt x="527732" y="461766"/>
                  </a:lnTo>
                  <a:lnTo>
                    <a:pt x="527732" y="351088"/>
                  </a:lnTo>
                  <a:close/>
                </a:path>
                <a:path w="7512050" h="572135">
                  <a:moveTo>
                    <a:pt x="945406" y="43977"/>
                  </a:moveTo>
                  <a:lnTo>
                    <a:pt x="615573" y="43977"/>
                  </a:lnTo>
                  <a:lnTo>
                    <a:pt x="615573" y="133399"/>
                  </a:lnTo>
                  <a:lnTo>
                    <a:pt x="945406" y="133399"/>
                  </a:lnTo>
                  <a:lnTo>
                    <a:pt x="945406" y="43977"/>
                  </a:lnTo>
                  <a:close/>
                </a:path>
                <a:path w="7512050" h="572135">
                  <a:moveTo>
                    <a:pt x="849388" y="0"/>
                  </a:moveTo>
                  <a:lnTo>
                    <a:pt x="711591" y="0"/>
                  </a:lnTo>
                  <a:lnTo>
                    <a:pt x="711591" y="43977"/>
                  </a:lnTo>
                  <a:lnTo>
                    <a:pt x="849388" y="43977"/>
                  </a:lnTo>
                  <a:lnTo>
                    <a:pt x="849388" y="0"/>
                  </a:lnTo>
                  <a:close/>
                </a:path>
                <a:path w="7512050" h="572135">
                  <a:moveTo>
                    <a:pt x="768029" y="391401"/>
                  </a:moveTo>
                  <a:lnTo>
                    <a:pt x="630232" y="391401"/>
                  </a:lnTo>
                  <a:lnTo>
                    <a:pt x="630232" y="571710"/>
                  </a:lnTo>
                  <a:lnTo>
                    <a:pt x="1130112" y="570977"/>
                  </a:lnTo>
                  <a:lnTo>
                    <a:pt x="1130112" y="468362"/>
                  </a:lnTo>
                  <a:lnTo>
                    <a:pt x="768029" y="468362"/>
                  </a:lnTo>
                  <a:lnTo>
                    <a:pt x="768029" y="391401"/>
                  </a:lnTo>
                  <a:close/>
                </a:path>
                <a:path w="7512050" h="572135">
                  <a:moveTo>
                    <a:pt x="1130112" y="14659"/>
                  </a:moveTo>
                  <a:lnTo>
                    <a:pt x="992315" y="14659"/>
                  </a:lnTo>
                  <a:lnTo>
                    <a:pt x="992315" y="391401"/>
                  </a:lnTo>
                  <a:lnTo>
                    <a:pt x="1130112" y="391401"/>
                  </a:lnTo>
                  <a:lnTo>
                    <a:pt x="1130112" y="263133"/>
                  </a:lnTo>
                  <a:lnTo>
                    <a:pt x="1185085" y="263133"/>
                  </a:lnTo>
                  <a:lnTo>
                    <a:pt x="1185085" y="153189"/>
                  </a:lnTo>
                  <a:lnTo>
                    <a:pt x="1130112" y="153189"/>
                  </a:lnTo>
                  <a:lnTo>
                    <a:pt x="1130112" y="14659"/>
                  </a:lnTo>
                  <a:close/>
                </a:path>
                <a:path w="7512050" h="572135">
                  <a:moveTo>
                    <a:pt x="814939" y="146592"/>
                  </a:moveTo>
                  <a:lnTo>
                    <a:pt x="746040" y="146592"/>
                  </a:lnTo>
                  <a:lnTo>
                    <a:pt x="719562" y="148470"/>
                  </a:lnTo>
                  <a:lnTo>
                    <a:pt x="674851" y="163496"/>
                  </a:lnTo>
                  <a:lnTo>
                    <a:pt x="641868" y="192906"/>
                  </a:lnTo>
                  <a:lnTo>
                    <a:pt x="625010" y="232852"/>
                  </a:lnTo>
                  <a:lnTo>
                    <a:pt x="622903" y="256536"/>
                  </a:lnTo>
                  <a:lnTo>
                    <a:pt x="625010" y="280220"/>
                  </a:lnTo>
                  <a:lnTo>
                    <a:pt x="641868" y="320166"/>
                  </a:lnTo>
                  <a:lnTo>
                    <a:pt x="674851" y="349577"/>
                  </a:lnTo>
                  <a:lnTo>
                    <a:pt x="719562" y="364602"/>
                  </a:lnTo>
                  <a:lnTo>
                    <a:pt x="746040" y="366481"/>
                  </a:lnTo>
                  <a:lnTo>
                    <a:pt x="814939" y="366481"/>
                  </a:lnTo>
                  <a:lnTo>
                    <a:pt x="865147" y="358968"/>
                  </a:lnTo>
                  <a:lnTo>
                    <a:pt x="904360" y="336429"/>
                  </a:lnTo>
                  <a:lnTo>
                    <a:pt x="929647" y="301430"/>
                  </a:lnTo>
                  <a:lnTo>
                    <a:pt x="936511" y="274127"/>
                  </a:lnTo>
                  <a:lnTo>
                    <a:pt x="758256" y="274127"/>
                  </a:lnTo>
                  <a:lnTo>
                    <a:pt x="753859" y="272417"/>
                  </a:lnTo>
                  <a:lnTo>
                    <a:pt x="747018" y="265576"/>
                  </a:lnTo>
                  <a:lnTo>
                    <a:pt x="745307" y="261178"/>
                  </a:lnTo>
                  <a:lnTo>
                    <a:pt x="745307" y="250428"/>
                  </a:lnTo>
                  <a:lnTo>
                    <a:pt x="747018" y="246030"/>
                  </a:lnTo>
                  <a:lnTo>
                    <a:pt x="753859" y="239189"/>
                  </a:lnTo>
                  <a:lnTo>
                    <a:pt x="758256" y="237479"/>
                  </a:lnTo>
                  <a:lnTo>
                    <a:pt x="936381" y="237479"/>
                  </a:lnTo>
                  <a:lnTo>
                    <a:pt x="935969" y="232852"/>
                  </a:lnTo>
                  <a:lnTo>
                    <a:pt x="919111" y="192906"/>
                  </a:lnTo>
                  <a:lnTo>
                    <a:pt x="886128" y="163496"/>
                  </a:lnTo>
                  <a:lnTo>
                    <a:pt x="841417" y="148470"/>
                  </a:lnTo>
                  <a:lnTo>
                    <a:pt x="814939" y="146592"/>
                  </a:lnTo>
                  <a:close/>
                </a:path>
                <a:path w="7512050" h="572135">
                  <a:moveTo>
                    <a:pt x="936381" y="237479"/>
                  </a:moveTo>
                  <a:lnTo>
                    <a:pt x="803456" y="237479"/>
                  </a:lnTo>
                  <a:lnTo>
                    <a:pt x="807853" y="239189"/>
                  </a:lnTo>
                  <a:lnTo>
                    <a:pt x="814694" y="246030"/>
                  </a:lnTo>
                  <a:lnTo>
                    <a:pt x="816405" y="250428"/>
                  </a:lnTo>
                  <a:lnTo>
                    <a:pt x="816405" y="261178"/>
                  </a:lnTo>
                  <a:lnTo>
                    <a:pt x="814694" y="265576"/>
                  </a:lnTo>
                  <a:lnTo>
                    <a:pt x="807853" y="272417"/>
                  </a:lnTo>
                  <a:lnTo>
                    <a:pt x="803456" y="274127"/>
                  </a:lnTo>
                  <a:lnTo>
                    <a:pt x="936511" y="274127"/>
                  </a:lnTo>
                  <a:lnTo>
                    <a:pt x="938076" y="256536"/>
                  </a:lnTo>
                  <a:lnTo>
                    <a:pt x="936381" y="237479"/>
                  </a:lnTo>
                  <a:close/>
                </a:path>
                <a:path w="7512050" h="572135">
                  <a:moveTo>
                    <a:pt x="1829885" y="376009"/>
                  </a:moveTo>
                  <a:lnTo>
                    <a:pt x="1641514" y="376009"/>
                  </a:lnTo>
                  <a:lnTo>
                    <a:pt x="1641514" y="454436"/>
                  </a:lnTo>
                  <a:lnTo>
                    <a:pt x="1699418" y="454436"/>
                  </a:lnTo>
                  <a:lnTo>
                    <a:pt x="1699418" y="564380"/>
                  </a:lnTo>
                  <a:lnTo>
                    <a:pt x="1829885" y="564380"/>
                  </a:lnTo>
                  <a:lnTo>
                    <a:pt x="1829885" y="376009"/>
                  </a:lnTo>
                  <a:close/>
                </a:path>
                <a:path w="7512050" h="572135">
                  <a:moveTo>
                    <a:pt x="1670099" y="21988"/>
                  </a:moveTo>
                  <a:lnTo>
                    <a:pt x="1456074" y="21988"/>
                  </a:lnTo>
                  <a:lnTo>
                    <a:pt x="1456074" y="131933"/>
                  </a:lnTo>
                  <a:lnTo>
                    <a:pt x="1540365" y="131933"/>
                  </a:lnTo>
                  <a:lnTo>
                    <a:pt x="1540365" y="153189"/>
                  </a:lnTo>
                  <a:lnTo>
                    <a:pt x="1538853" y="213841"/>
                  </a:lnTo>
                  <a:lnTo>
                    <a:pt x="1534318" y="266798"/>
                  </a:lnTo>
                  <a:lnTo>
                    <a:pt x="1526759" y="312058"/>
                  </a:lnTo>
                  <a:lnTo>
                    <a:pt x="1516177" y="349622"/>
                  </a:lnTo>
                  <a:lnTo>
                    <a:pt x="1485393" y="405877"/>
                  </a:lnTo>
                  <a:lnTo>
                    <a:pt x="1441415" y="439777"/>
                  </a:lnTo>
                  <a:lnTo>
                    <a:pt x="1470734" y="549721"/>
                  </a:lnTo>
                  <a:lnTo>
                    <a:pt x="1517203" y="534094"/>
                  </a:lnTo>
                  <a:lnTo>
                    <a:pt x="1557516" y="508910"/>
                  </a:lnTo>
                  <a:lnTo>
                    <a:pt x="1591672" y="474167"/>
                  </a:lnTo>
                  <a:lnTo>
                    <a:pt x="1619671" y="429867"/>
                  </a:lnTo>
                  <a:lnTo>
                    <a:pt x="1641514" y="376009"/>
                  </a:lnTo>
                  <a:lnTo>
                    <a:pt x="1829885" y="376009"/>
                  </a:lnTo>
                  <a:lnTo>
                    <a:pt x="1829885" y="344492"/>
                  </a:lnTo>
                  <a:lnTo>
                    <a:pt x="1650309" y="344492"/>
                  </a:lnTo>
                  <a:lnTo>
                    <a:pt x="1656035" y="319204"/>
                  </a:lnTo>
                  <a:lnTo>
                    <a:pt x="1660754" y="292451"/>
                  </a:lnTo>
                  <a:lnTo>
                    <a:pt x="1664465" y="264232"/>
                  </a:lnTo>
                  <a:lnTo>
                    <a:pt x="1667167" y="234547"/>
                  </a:lnTo>
                  <a:lnTo>
                    <a:pt x="1829885" y="234547"/>
                  </a:lnTo>
                  <a:lnTo>
                    <a:pt x="1829885" y="124603"/>
                  </a:lnTo>
                  <a:lnTo>
                    <a:pt x="1670099" y="124603"/>
                  </a:lnTo>
                  <a:lnTo>
                    <a:pt x="1670099" y="21988"/>
                  </a:lnTo>
                  <a:close/>
                </a:path>
                <a:path w="7512050" h="572135">
                  <a:moveTo>
                    <a:pt x="1829885" y="234547"/>
                  </a:moveTo>
                  <a:lnTo>
                    <a:pt x="1699418" y="234547"/>
                  </a:lnTo>
                  <a:lnTo>
                    <a:pt x="1699418" y="344492"/>
                  </a:lnTo>
                  <a:lnTo>
                    <a:pt x="1829885" y="344492"/>
                  </a:lnTo>
                  <a:lnTo>
                    <a:pt x="1829885" y="234547"/>
                  </a:lnTo>
                  <a:close/>
                </a:path>
                <a:path w="7512050" h="572135">
                  <a:moveTo>
                    <a:pt x="1829885" y="14659"/>
                  </a:moveTo>
                  <a:lnTo>
                    <a:pt x="1699418" y="14659"/>
                  </a:lnTo>
                  <a:lnTo>
                    <a:pt x="1699418" y="124603"/>
                  </a:lnTo>
                  <a:lnTo>
                    <a:pt x="1829885" y="124603"/>
                  </a:lnTo>
                  <a:lnTo>
                    <a:pt x="1829885" y="14659"/>
                  </a:lnTo>
                  <a:close/>
                </a:path>
                <a:path w="7512050" h="572135">
                  <a:moveTo>
                    <a:pt x="1983807" y="14659"/>
                  </a:moveTo>
                  <a:lnTo>
                    <a:pt x="1853340" y="14659"/>
                  </a:lnTo>
                  <a:lnTo>
                    <a:pt x="1853340" y="571710"/>
                  </a:lnTo>
                  <a:lnTo>
                    <a:pt x="1983807" y="571710"/>
                  </a:lnTo>
                  <a:lnTo>
                    <a:pt x="1983807" y="14659"/>
                  </a:lnTo>
                  <a:close/>
                </a:path>
                <a:path w="7512050" h="572135">
                  <a:moveTo>
                    <a:pt x="2223932" y="351088"/>
                  </a:moveTo>
                  <a:lnTo>
                    <a:pt x="2086135" y="351088"/>
                  </a:lnTo>
                  <a:lnTo>
                    <a:pt x="2086135" y="571710"/>
                  </a:lnTo>
                  <a:lnTo>
                    <a:pt x="2586015" y="571710"/>
                  </a:lnTo>
                  <a:lnTo>
                    <a:pt x="2586015" y="461033"/>
                  </a:lnTo>
                  <a:lnTo>
                    <a:pt x="2223932" y="461033"/>
                  </a:lnTo>
                  <a:lnTo>
                    <a:pt x="2223932" y="351088"/>
                  </a:lnTo>
                  <a:close/>
                </a:path>
                <a:path w="7512050" h="572135">
                  <a:moveTo>
                    <a:pt x="2586015" y="14659"/>
                  </a:moveTo>
                  <a:lnTo>
                    <a:pt x="2448218" y="14659"/>
                  </a:lnTo>
                  <a:lnTo>
                    <a:pt x="2448218" y="365748"/>
                  </a:lnTo>
                  <a:lnTo>
                    <a:pt x="2586015" y="365748"/>
                  </a:lnTo>
                  <a:lnTo>
                    <a:pt x="2586015" y="241144"/>
                  </a:lnTo>
                  <a:lnTo>
                    <a:pt x="2640987" y="241144"/>
                  </a:lnTo>
                  <a:lnTo>
                    <a:pt x="2640987" y="131200"/>
                  </a:lnTo>
                  <a:lnTo>
                    <a:pt x="2586015" y="131200"/>
                  </a:lnTo>
                  <a:lnTo>
                    <a:pt x="2586015" y="14659"/>
                  </a:lnTo>
                  <a:close/>
                </a:path>
                <a:path w="7512050" h="572135">
                  <a:moveTo>
                    <a:pt x="2383718" y="20522"/>
                  </a:moveTo>
                  <a:lnTo>
                    <a:pt x="2071476" y="20522"/>
                  </a:lnTo>
                  <a:lnTo>
                    <a:pt x="2071476" y="310775"/>
                  </a:lnTo>
                  <a:lnTo>
                    <a:pt x="2383718" y="310775"/>
                  </a:lnTo>
                  <a:lnTo>
                    <a:pt x="2383718" y="200831"/>
                  </a:lnTo>
                  <a:lnTo>
                    <a:pt x="2209273" y="200831"/>
                  </a:lnTo>
                  <a:lnTo>
                    <a:pt x="2209273" y="131200"/>
                  </a:lnTo>
                  <a:lnTo>
                    <a:pt x="2383718" y="131200"/>
                  </a:lnTo>
                  <a:lnTo>
                    <a:pt x="2383718" y="20522"/>
                  </a:lnTo>
                  <a:close/>
                </a:path>
                <a:path w="7512050" h="572135">
                  <a:moveTo>
                    <a:pt x="6535793" y="19057"/>
                  </a:moveTo>
                  <a:lnTo>
                    <a:pt x="6398729" y="19057"/>
                  </a:lnTo>
                  <a:lnTo>
                    <a:pt x="6398729" y="266065"/>
                  </a:lnTo>
                  <a:lnTo>
                    <a:pt x="6896410" y="266065"/>
                  </a:lnTo>
                  <a:lnTo>
                    <a:pt x="6896410" y="170780"/>
                  </a:lnTo>
                  <a:lnTo>
                    <a:pt x="6535793" y="170780"/>
                  </a:lnTo>
                  <a:lnTo>
                    <a:pt x="6535793" y="143660"/>
                  </a:lnTo>
                  <a:lnTo>
                    <a:pt x="6896410" y="143660"/>
                  </a:lnTo>
                  <a:lnTo>
                    <a:pt x="6896410" y="51307"/>
                  </a:lnTo>
                  <a:lnTo>
                    <a:pt x="6535793" y="51307"/>
                  </a:lnTo>
                  <a:lnTo>
                    <a:pt x="6535793" y="19057"/>
                  </a:lnTo>
                  <a:close/>
                </a:path>
                <a:path w="7512050" h="572135">
                  <a:moveTo>
                    <a:pt x="6896410" y="143660"/>
                  </a:moveTo>
                  <a:lnTo>
                    <a:pt x="6759346" y="143660"/>
                  </a:lnTo>
                  <a:lnTo>
                    <a:pt x="6759346" y="170780"/>
                  </a:lnTo>
                  <a:lnTo>
                    <a:pt x="6896410" y="170780"/>
                  </a:lnTo>
                  <a:lnTo>
                    <a:pt x="6896410" y="143660"/>
                  </a:lnTo>
                  <a:close/>
                </a:path>
                <a:path w="7512050" h="572135">
                  <a:moveTo>
                    <a:pt x="6896410" y="19057"/>
                  </a:moveTo>
                  <a:lnTo>
                    <a:pt x="6759346" y="19057"/>
                  </a:lnTo>
                  <a:lnTo>
                    <a:pt x="6759346" y="51307"/>
                  </a:lnTo>
                  <a:lnTo>
                    <a:pt x="6896410" y="51307"/>
                  </a:lnTo>
                  <a:lnTo>
                    <a:pt x="6896410" y="19057"/>
                  </a:lnTo>
                  <a:close/>
                </a:path>
                <a:path w="7512050" h="572135">
                  <a:moveTo>
                    <a:pt x="6535793" y="423652"/>
                  </a:moveTo>
                  <a:lnTo>
                    <a:pt x="6398729" y="423652"/>
                  </a:lnTo>
                  <a:lnTo>
                    <a:pt x="6398729" y="568045"/>
                  </a:lnTo>
                  <a:lnTo>
                    <a:pt x="6896410" y="568045"/>
                  </a:lnTo>
                  <a:lnTo>
                    <a:pt x="6896410" y="465430"/>
                  </a:lnTo>
                  <a:lnTo>
                    <a:pt x="6535793" y="465430"/>
                  </a:lnTo>
                  <a:lnTo>
                    <a:pt x="6535793" y="423652"/>
                  </a:lnTo>
                  <a:close/>
                </a:path>
                <a:path w="7512050" h="572135">
                  <a:moveTo>
                    <a:pt x="6716834" y="395799"/>
                  </a:moveTo>
                  <a:lnTo>
                    <a:pt x="6579038" y="395799"/>
                  </a:lnTo>
                  <a:lnTo>
                    <a:pt x="6579038" y="436112"/>
                  </a:lnTo>
                  <a:lnTo>
                    <a:pt x="6716834" y="436112"/>
                  </a:lnTo>
                  <a:lnTo>
                    <a:pt x="6716834" y="395799"/>
                  </a:lnTo>
                  <a:close/>
                </a:path>
                <a:path w="7512050" h="572135">
                  <a:moveTo>
                    <a:pt x="6911070" y="293917"/>
                  </a:moveTo>
                  <a:lnTo>
                    <a:pt x="6384070" y="293917"/>
                  </a:lnTo>
                  <a:lnTo>
                    <a:pt x="6384070" y="395799"/>
                  </a:lnTo>
                  <a:lnTo>
                    <a:pt x="6911070" y="395799"/>
                  </a:lnTo>
                  <a:lnTo>
                    <a:pt x="6911070" y="293917"/>
                  </a:lnTo>
                  <a:close/>
                </a:path>
                <a:path w="7512050" h="572135">
                  <a:moveTo>
                    <a:pt x="7227611" y="14659"/>
                  </a:moveTo>
                  <a:lnTo>
                    <a:pt x="7090548" y="14659"/>
                  </a:lnTo>
                  <a:lnTo>
                    <a:pt x="7090548" y="90154"/>
                  </a:lnTo>
                  <a:lnTo>
                    <a:pt x="7088624" y="120434"/>
                  </a:lnTo>
                  <a:lnTo>
                    <a:pt x="7073232" y="169176"/>
                  </a:lnTo>
                  <a:lnTo>
                    <a:pt x="7043501" y="201747"/>
                  </a:lnTo>
                  <a:lnTo>
                    <a:pt x="7005753" y="217872"/>
                  </a:lnTo>
                  <a:lnTo>
                    <a:pt x="6984268" y="219888"/>
                  </a:lnTo>
                  <a:lnTo>
                    <a:pt x="7013586" y="329832"/>
                  </a:lnTo>
                  <a:lnTo>
                    <a:pt x="7053716" y="325984"/>
                  </a:lnTo>
                  <a:lnTo>
                    <a:pt x="7092014" y="314440"/>
                  </a:lnTo>
                  <a:lnTo>
                    <a:pt x="7127929" y="295017"/>
                  </a:lnTo>
                  <a:lnTo>
                    <a:pt x="7159446" y="268997"/>
                  </a:lnTo>
                  <a:lnTo>
                    <a:pt x="7320796" y="268997"/>
                  </a:lnTo>
                  <a:lnTo>
                    <a:pt x="7333891" y="219888"/>
                  </a:lnTo>
                  <a:lnTo>
                    <a:pt x="7312406" y="217872"/>
                  </a:lnTo>
                  <a:lnTo>
                    <a:pt x="7292662" y="211826"/>
                  </a:lnTo>
                  <a:lnTo>
                    <a:pt x="7258396" y="187638"/>
                  </a:lnTo>
                  <a:lnTo>
                    <a:pt x="7235307" y="146775"/>
                  </a:lnTo>
                  <a:lnTo>
                    <a:pt x="7227611" y="90154"/>
                  </a:lnTo>
                  <a:lnTo>
                    <a:pt x="7227611" y="14659"/>
                  </a:lnTo>
                  <a:close/>
                </a:path>
                <a:path w="7512050" h="572135">
                  <a:moveTo>
                    <a:pt x="7320796" y="268997"/>
                  </a:moveTo>
                  <a:lnTo>
                    <a:pt x="7159446" y="268997"/>
                  </a:lnTo>
                  <a:lnTo>
                    <a:pt x="7174289" y="282831"/>
                  </a:lnTo>
                  <a:lnTo>
                    <a:pt x="7207272" y="305553"/>
                  </a:lnTo>
                  <a:lnTo>
                    <a:pt x="7244653" y="321174"/>
                  </a:lnTo>
                  <a:lnTo>
                    <a:pt x="7284233" y="328870"/>
                  </a:lnTo>
                  <a:lnTo>
                    <a:pt x="7304573" y="329832"/>
                  </a:lnTo>
                  <a:lnTo>
                    <a:pt x="7320796" y="268997"/>
                  </a:lnTo>
                  <a:close/>
                </a:path>
                <a:path w="7512050" h="572135">
                  <a:moveTo>
                    <a:pt x="7512001" y="14659"/>
                  </a:moveTo>
                  <a:lnTo>
                    <a:pt x="7374204" y="14659"/>
                  </a:lnTo>
                  <a:lnTo>
                    <a:pt x="7374204" y="84290"/>
                  </a:lnTo>
                  <a:lnTo>
                    <a:pt x="7300908" y="84290"/>
                  </a:lnTo>
                  <a:lnTo>
                    <a:pt x="7300908" y="194234"/>
                  </a:lnTo>
                  <a:lnTo>
                    <a:pt x="7374204" y="194234"/>
                  </a:lnTo>
                  <a:lnTo>
                    <a:pt x="7374204" y="329832"/>
                  </a:lnTo>
                  <a:lnTo>
                    <a:pt x="7512001" y="329832"/>
                  </a:lnTo>
                  <a:lnTo>
                    <a:pt x="7512001" y="14659"/>
                  </a:lnTo>
                  <a:close/>
                </a:path>
                <a:path w="7512050" h="572135">
                  <a:moveTo>
                    <a:pt x="7512001" y="362816"/>
                  </a:moveTo>
                  <a:lnTo>
                    <a:pt x="7013586" y="362816"/>
                  </a:lnTo>
                  <a:lnTo>
                    <a:pt x="7013586" y="472760"/>
                  </a:lnTo>
                  <a:lnTo>
                    <a:pt x="7374204" y="472760"/>
                  </a:lnTo>
                  <a:lnTo>
                    <a:pt x="7374204" y="571710"/>
                  </a:lnTo>
                  <a:lnTo>
                    <a:pt x="7512001" y="571710"/>
                  </a:lnTo>
                  <a:lnTo>
                    <a:pt x="7512001" y="36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576879" y="946567"/>
              <a:ext cx="3171825" cy="572135"/>
            </a:xfrm>
            <a:custGeom>
              <a:avLst/>
              <a:gdLst/>
              <a:ahLst/>
              <a:cxnLst/>
              <a:rect l="l" t="t" r="r" b="b"/>
              <a:pathLst>
                <a:path w="3171825" h="572135">
                  <a:moveTo>
                    <a:pt x="332764" y="14659"/>
                  </a:moveTo>
                  <a:lnTo>
                    <a:pt x="194967" y="14659"/>
                  </a:lnTo>
                  <a:lnTo>
                    <a:pt x="189699" y="54788"/>
                  </a:lnTo>
                  <a:lnTo>
                    <a:pt x="178292" y="89421"/>
                  </a:lnTo>
                  <a:lnTo>
                    <a:pt x="137063" y="142194"/>
                  </a:lnTo>
                  <a:lnTo>
                    <a:pt x="76411" y="174994"/>
                  </a:lnTo>
                  <a:lnTo>
                    <a:pt x="0" y="189837"/>
                  </a:lnTo>
                  <a:lnTo>
                    <a:pt x="29318" y="292451"/>
                  </a:lnTo>
                  <a:lnTo>
                    <a:pt x="100782" y="281823"/>
                  </a:lnTo>
                  <a:lnTo>
                    <a:pt x="164183" y="261667"/>
                  </a:lnTo>
                  <a:lnTo>
                    <a:pt x="219155" y="231615"/>
                  </a:lnTo>
                  <a:lnTo>
                    <a:pt x="263866" y="192768"/>
                  </a:lnTo>
                  <a:lnTo>
                    <a:pt x="526894" y="192768"/>
                  </a:lnTo>
                  <a:lnTo>
                    <a:pt x="527732" y="189837"/>
                  </a:lnTo>
                  <a:lnTo>
                    <a:pt x="487511" y="184660"/>
                  </a:lnTo>
                  <a:lnTo>
                    <a:pt x="451137" y="174994"/>
                  </a:lnTo>
                  <a:lnTo>
                    <a:pt x="389935" y="142194"/>
                  </a:lnTo>
                  <a:lnTo>
                    <a:pt x="349256" y="89421"/>
                  </a:lnTo>
                  <a:lnTo>
                    <a:pt x="337987" y="54788"/>
                  </a:lnTo>
                  <a:lnTo>
                    <a:pt x="332764" y="14659"/>
                  </a:lnTo>
                  <a:close/>
                </a:path>
                <a:path w="3171825" h="572135">
                  <a:moveTo>
                    <a:pt x="526894" y="192768"/>
                  </a:moveTo>
                  <a:lnTo>
                    <a:pt x="263866" y="192768"/>
                  </a:lnTo>
                  <a:lnTo>
                    <a:pt x="284892" y="213291"/>
                  </a:lnTo>
                  <a:lnTo>
                    <a:pt x="334367" y="247741"/>
                  </a:lnTo>
                  <a:lnTo>
                    <a:pt x="393829" y="272936"/>
                  </a:lnTo>
                  <a:lnTo>
                    <a:pt x="461628" y="288328"/>
                  </a:lnTo>
                  <a:lnTo>
                    <a:pt x="498413" y="292451"/>
                  </a:lnTo>
                  <a:lnTo>
                    <a:pt x="526894" y="192768"/>
                  </a:lnTo>
                  <a:close/>
                </a:path>
                <a:path w="3171825" h="572135">
                  <a:moveTo>
                    <a:pt x="333497" y="454436"/>
                  </a:moveTo>
                  <a:lnTo>
                    <a:pt x="194234" y="454436"/>
                  </a:lnTo>
                  <a:lnTo>
                    <a:pt x="194234" y="571710"/>
                  </a:lnTo>
                  <a:lnTo>
                    <a:pt x="333497" y="571710"/>
                  </a:lnTo>
                  <a:lnTo>
                    <a:pt x="333497" y="454436"/>
                  </a:lnTo>
                  <a:close/>
                </a:path>
                <a:path w="3171825" h="572135">
                  <a:moveTo>
                    <a:pt x="527732" y="344492"/>
                  </a:moveTo>
                  <a:lnTo>
                    <a:pt x="0" y="344492"/>
                  </a:lnTo>
                  <a:lnTo>
                    <a:pt x="0" y="454436"/>
                  </a:lnTo>
                  <a:lnTo>
                    <a:pt x="527732" y="454436"/>
                  </a:lnTo>
                  <a:lnTo>
                    <a:pt x="527732" y="344492"/>
                  </a:lnTo>
                  <a:close/>
                </a:path>
                <a:path w="3171825" h="572135">
                  <a:moveTo>
                    <a:pt x="945406" y="43977"/>
                  </a:moveTo>
                  <a:lnTo>
                    <a:pt x="615573" y="43977"/>
                  </a:lnTo>
                  <a:lnTo>
                    <a:pt x="615573" y="133399"/>
                  </a:lnTo>
                  <a:lnTo>
                    <a:pt x="945406" y="133399"/>
                  </a:lnTo>
                  <a:lnTo>
                    <a:pt x="945406" y="43977"/>
                  </a:lnTo>
                  <a:close/>
                </a:path>
                <a:path w="3171825" h="572135">
                  <a:moveTo>
                    <a:pt x="849388" y="0"/>
                  </a:moveTo>
                  <a:lnTo>
                    <a:pt x="711591" y="0"/>
                  </a:lnTo>
                  <a:lnTo>
                    <a:pt x="711591" y="43977"/>
                  </a:lnTo>
                  <a:lnTo>
                    <a:pt x="849388" y="43977"/>
                  </a:lnTo>
                  <a:lnTo>
                    <a:pt x="849388" y="0"/>
                  </a:lnTo>
                  <a:close/>
                </a:path>
                <a:path w="3171825" h="572135">
                  <a:moveTo>
                    <a:pt x="1130112" y="14659"/>
                  </a:moveTo>
                  <a:lnTo>
                    <a:pt x="992315" y="14659"/>
                  </a:lnTo>
                  <a:lnTo>
                    <a:pt x="992315" y="365748"/>
                  </a:lnTo>
                  <a:lnTo>
                    <a:pt x="1130112" y="365748"/>
                  </a:lnTo>
                  <a:lnTo>
                    <a:pt x="1130112" y="248474"/>
                  </a:lnTo>
                  <a:lnTo>
                    <a:pt x="1185084" y="248474"/>
                  </a:lnTo>
                  <a:lnTo>
                    <a:pt x="1185084" y="138529"/>
                  </a:lnTo>
                  <a:lnTo>
                    <a:pt x="1130112" y="138529"/>
                  </a:lnTo>
                  <a:lnTo>
                    <a:pt x="1130112" y="14659"/>
                  </a:lnTo>
                  <a:close/>
                </a:path>
                <a:path w="3171825" h="572135">
                  <a:moveTo>
                    <a:pt x="814938" y="146592"/>
                  </a:moveTo>
                  <a:lnTo>
                    <a:pt x="746040" y="146592"/>
                  </a:lnTo>
                  <a:lnTo>
                    <a:pt x="719562" y="148470"/>
                  </a:lnTo>
                  <a:lnTo>
                    <a:pt x="674851" y="163496"/>
                  </a:lnTo>
                  <a:lnTo>
                    <a:pt x="641868" y="192906"/>
                  </a:lnTo>
                  <a:lnTo>
                    <a:pt x="625010" y="232852"/>
                  </a:lnTo>
                  <a:lnTo>
                    <a:pt x="622902" y="256536"/>
                  </a:lnTo>
                  <a:lnTo>
                    <a:pt x="625010" y="280220"/>
                  </a:lnTo>
                  <a:lnTo>
                    <a:pt x="641868" y="320166"/>
                  </a:lnTo>
                  <a:lnTo>
                    <a:pt x="674851" y="349577"/>
                  </a:lnTo>
                  <a:lnTo>
                    <a:pt x="719562" y="364602"/>
                  </a:lnTo>
                  <a:lnTo>
                    <a:pt x="746040" y="366481"/>
                  </a:lnTo>
                  <a:lnTo>
                    <a:pt x="814938" y="366481"/>
                  </a:lnTo>
                  <a:lnTo>
                    <a:pt x="865146" y="358968"/>
                  </a:lnTo>
                  <a:lnTo>
                    <a:pt x="904360" y="336429"/>
                  </a:lnTo>
                  <a:lnTo>
                    <a:pt x="929647" y="301430"/>
                  </a:lnTo>
                  <a:lnTo>
                    <a:pt x="936511" y="274127"/>
                  </a:lnTo>
                  <a:lnTo>
                    <a:pt x="758256" y="274127"/>
                  </a:lnTo>
                  <a:lnTo>
                    <a:pt x="753859" y="272417"/>
                  </a:lnTo>
                  <a:lnTo>
                    <a:pt x="747017" y="265576"/>
                  </a:lnTo>
                  <a:lnTo>
                    <a:pt x="745307" y="261178"/>
                  </a:lnTo>
                  <a:lnTo>
                    <a:pt x="745307" y="250428"/>
                  </a:lnTo>
                  <a:lnTo>
                    <a:pt x="747017" y="246030"/>
                  </a:lnTo>
                  <a:lnTo>
                    <a:pt x="753859" y="239189"/>
                  </a:lnTo>
                  <a:lnTo>
                    <a:pt x="758256" y="237479"/>
                  </a:lnTo>
                  <a:lnTo>
                    <a:pt x="936381" y="237479"/>
                  </a:lnTo>
                  <a:lnTo>
                    <a:pt x="935969" y="232852"/>
                  </a:lnTo>
                  <a:lnTo>
                    <a:pt x="919111" y="192906"/>
                  </a:lnTo>
                  <a:lnTo>
                    <a:pt x="886127" y="163496"/>
                  </a:lnTo>
                  <a:lnTo>
                    <a:pt x="841417" y="148470"/>
                  </a:lnTo>
                  <a:lnTo>
                    <a:pt x="814938" y="146592"/>
                  </a:lnTo>
                  <a:close/>
                </a:path>
                <a:path w="3171825" h="572135">
                  <a:moveTo>
                    <a:pt x="936381" y="237479"/>
                  </a:moveTo>
                  <a:lnTo>
                    <a:pt x="803456" y="237479"/>
                  </a:lnTo>
                  <a:lnTo>
                    <a:pt x="807853" y="239189"/>
                  </a:lnTo>
                  <a:lnTo>
                    <a:pt x="814694" y="246030"/>
                  </a:lnTo>
                  <a:lnTo>
                    <a:pt x="816405" y="250428"/>
                  </a:lnTo>
                  <a:lnTo>
                    <a:pt x="816405" y="261178"/>
                  </a:lnTo>
                  <a:lnTo>
                    <a:pt x="814694" y="265576"/>
                  </a:lnTo>
                  <a:lnTo>
                    <a:pt x="807853" y="272417"/>
                  </a:lnTo>
                  <a:lnTo>
                    <a:pt x="803456" y="274127"/>
                  </a:lnTo>
                  <a:lnTo>
                    <a:pt x="936511" y="274127"/>
                  </a:lnTo>
                  <a:lnTo>
                    <a:pt x="938076" y="256536"/>
                  </a:lnTo>
                  <a:lnTo>
                    <a:pt x="936381" y="237479"/>
                  </a:lnTo>
                  <a:close/>
                </a:path>
                <a:path w="3171825" h="572135">
                  <a:moveTo>
                    <a:pt x="1130112" y="391401"/>
                  </a:moveTo>
                  <a:lnTo>
                    <a:pt x="630232" y="392134"/>
                  </a:lnTo>
                  <a:lnTo>
                    <a:pt x="630232" y="494749"/>
                  </a:lnTo>
                  <a:lnTo>
                    <a:pt x="992315" y="494749"/>
                  </a:lnTo>
                  <a:lnTo>
                    <a:pt x="992315" y="571710"/>
                  </a:lnTo>
                  <a:lnTo>
                    <a:pt x="1130112" y="571710"/>
                  </a:lnTo>
                  <a:lnTo>
                    <a:pt x="1130112" y="391401"/>
                  </a:lnTo>
                  <a:close/>
                </a:path>
                <a:path w="3171825" h="572135">
                  <a:moveTo>
                    <a:pt x="1737675" y="14659"/>
                  </a:moveTo>
                  <a:lnTo>
                    <a:pt x="1600611" y="14659"/>
                  </a:lnTo>
                  <a:lnTo>
                    <a:pt x="1600611" y="130467"/>
                  </a:lnTo>
                  <a:lnTo>
                    <a:pt x="1552235" y="130467"/>
                  </a:lnTo>
                  <a:lnTo>
                    <a:pt x="1552235" y="240411"/>
                  </a:lnTo>
                  <a:lnTo>
                    <a:pt x="1600611" y="240411"/>
                  </a:lnTo>
                  <a:lnTo>
                    <a:pt x="1600611" y="342293"/>
                  </a:lnTo>
                  <a:lnTo>
                    <a:pt x="1737675" y="342293"/>
                  </a:lnTo>
                  <a:lnTo>
                    <a:pt x="1737675" y="14659"/>
                  </a:lnTo>
                  <a:close/>
                </a:path>
                <a:path w="3171825" h="572135">
                  <a:moveTo>
                    <a:pt x="1453285" y="130467"/>
                  </a:moveTo>
                  <a:lnTo>
                    <a:pt x="1310358" y="130467"/>
                  </a:lnTo>
                  <a:lnTo>
                    <a:pt x="1305227" y="152639"/>
                  </a:lnTo>
                  <a:lnTo>
                    <a:pt x="1297898" y="171513"/>
                  </a:lnTo>
                  <a:lnTo>
                    <a:pt x="1263402" y="208344"/>
                  </a:lnTo>
                  <a:lnTo>
                    <a:pt x="1214340" y="219888"/>
                  </a:lnTo>
                  <a:lnTo>
                    <a:pt x="1236329" y="329832"/>
                  </a:lnTo>
                  <a:lnTo>
                    <a:pt x="1276458" y="325984"/>
                  </a:lnTo>
                  <a:lnTo>
                    <a:pt x="1314756" y="314440"/>
                  </a:lnTo>
                  <a:lnTo>
                    <a:pt x="1350671" y="295017"/>
                  </a:lnTo>
                  <a:lnTo>
                    <a:pt x="1382188" y="268997"/>
                  </a:lnTo>
                  <a:lnTo>
                    <a:pt x="1539482" y="268997"/>
                  </a:lnTo>
                  <a:lnTo>
                    <a:pt x="1549304" y="219888"/>
                  </a:lnTo>
                  <a:lnTo>
                    <a:pt x="1531346" y="218605"/>
                  </a:lnTo>
                  <a:lnTo>
                    <a:pt x="1514854" y="214757"/>
                  </a:lnTo>
                  <a:lnTo>
                    <a:pt x="1474862" y="187088"/>
                  </a:lnTo>
                  <a:lnTo>
                    <a:pt x="1458370" y="152639"/>
                  </a:lnTo>
                  <a:lnTo>
                    <a:pt x="1453285" y="130467"/>
                  </a:lnTo>
                  <a:close/>
                </a:path>
                <a:path w="3171825" h="572135">
                  <a:moveTo>
                    <a:pt x="1539482" y="268997"/>
                  </a:moveTo>
                  <a:lnTo>
                    <a:pt x="1382188" y="268997"/>
                  </a:lnTo>
                  <a:lnTo>
                    <a:pt x="1397031" y="282831"/>
                  </a:lnTo>
                  <a:lnTo>
                    <a:pt x="1430014" y="305553"/>
                  </a:lnTo>
                  <a:lnTo>
                    <a:pt x="1467395" y="321174"/>
                  </a:lnTo>
                  <a:lnTo>
                    <a:pt x="1506975" y="328870"/>
                  </a:lnTo>
                  <a:lnTo>
                    <a:pt x="1527315" y="329832"/>
                  </a:lnTo>
                  <a:lnTo>
                    <a:pt x="1539482" y="268997"/>
                  </a:lnTo>
                  <a:close/>
                </a:path>
                <a:path w="3171825" h="572135">
                  <a:moveTo>
                    <a:pt x="1537576" y="20522"/>
                  </a:moveTo>
                  <a:lnTo>
                    <a:pt x="1225334" y="20522"/>
                  </a:lnTo>
                  <a:lnTo>
                    <a:pt x="1225334" y="130467"/>
                  </a:lnTo>
                  <a:lnTo>
                    <a:pt x="1537576" y="130467"/>
                  </a:lnTo>
                  <a:lnTo>
                    <a:pt x="1537576" y="20522"/>
                  </a:lnTo>
                  <a:close/>
                </a:path>
                <a:path w="3171825" h="572135">
                  <a:moveTo>
                    <a:pt x="1738408" y="362816"/>
                  </a:moveTo>
                  <a:lnTo>
                    <a:pt x="1239994" y="362816"/>
                  </a:lnTo>
                  <a:lnTo>
                    <a:pt x="1239994" y="472760"/>
                  </a:lnTo>
                  <a:lnTo>
                    <a:pt x="1600611" y="472760"/>
                  </a:lnTo>
                  <a:lnTo>
                    <a:pt x="1600611" y="571710"/>
                  </a:lnTo>
                  <a:lnTo>
                    <a:pt x="1738408" y="571710"/>
                  </a:lnTo>
                  <a:lnTo>
                    <a:pt x="1738408" y="362816"/>
                  </a:lnTo>
                  <a:close/>
                </a:path>
                <a:path w="3171825" h="572135">
                  <a:moveTo>
                    <a:pt x="2574156" y="439777"/>
                  </a:moveTo>
                  <a:lnTo>
                    <a:pt x="2046424" y="439777"/>
                  </a:lnTo>
                  <a:lnTo>
                    <a:pt x="2046424" y="549721"/>
                  </a:lnTo>
                  <a:lnTo>
                    <a:pt x="2574156" y="549721"/>
                  </a:lnTo>
                  <a:lnTo>
                    <a:pt x="2574156" y="439777"/>
                  </a:lnTo>
                  <a:close/>
                </a:path>
                <a:path w="3171825" h="572135">
                  <a:moveTo>
                    <a:pt x="2379188" y="406793"/>
                  </a:moveTo>
                  <a:lnTo>
                    <a:pt x="2241391" y="406793"/>
                  </a:lnTo>
                  <a:lnTo>
                    <a:pt x="2241391" y="439777"/>
                  </a:lnTo>
                  <a:lnTo>
                    <a:pt x="2379188" y="439777"/>
                  </a:lnTo>
                  <a:lnTo>
                    <a:pt x="2379188" y="406793"/>
                  </a:lnTo>
                  <a:close/>
                </a:path>
                <a:path w="3171825" h="572135">
                  <a:moveTo>
                    <a:pt x="2559497" y="21988"/>
                  </a:moveTo>
                  <a:lnTo>
                    <a:pt x="2061083" y="21988"/>
                  </a:lnTo>
                  <a:lnTo>
                    <a:pt x="2061083" y="131933"/>
                  </a:lnTo>
                  <a:lnTo>
                    <a:pt x="2429030" y="131933"/>
                  </a:lnTo>
                  <a:lnTo>
                    <a:pt x="2429030" y="159785"/>
                  </a:lnTo>
                  <a:lnTo>
                    <a:pt x="2061083" y="159785"/>
                  </a:lnTo>
                  <a:lnTo>
                    <a:pt x="2061083" y="406793"/>
                  </a:lnTo>
                  <a:lnTo>
                    <a:pt x="2566827" y="406793"/>
                  </a:lnTo>
                  <a:lnTo>
                    <a:pt x="2566827" y="296849"/>
                  </a:lnTo>
                  <a:lnTo>
                    <a:pt x="2190817" y="296849"/>
                  </a:lnTo>
                  <a:lnTo>
                    <a:pt x="2190817" y="269730"/>
                  </a:lnTo>
                  <a:lnTo>
                    <a:pt x="2559497" y="269730"/>
                  </a:lnTo>
                  <a:lnTo>
                    <a:pt x="2559497" y="21988"/>
                  </a:lnTo>
                  <a:close/>
                </a:path>
                <a:path w="3171825" h="572135">
                  <a:moveTo>
                    <a:pt x="3171405" y="14659"/>
                  </a:moveTo>
                  <a:lnTo>
                    <a:pt x="3033609" y="14659"/>
                  </a:lnTo>
                  <a:lnTo>
                    <a:pt x="3033609" y="329832"/>
                  </a:lnTo>
                  <a:lnTo>
                    <a:pt x="3171405" y="329832"/>
                  </a:lnTo>
                  <a:lnTo>
                    <a:pt x="3171405" y="14659"/>
                  </a:lnTo>
                  <a:close/>
                </a:path>
                <a:path w="3171825" h="572135">
                  <a:moveTo>
                    <a:pt x="2894346" y="130467"/>
                  </a:moveTo>
                  <a:lnTo>
                    <a:pt x="2749952" y="130467"/>
                  </a:lnTo>
                  <a:lnTo>
                    <a:pt x="2744363" y="152318"/>
                  </a:lnTo>
                  <a:lnTo>
                    <a:pt x="2736393" y="170963"/>
                  </a:lnTo>
                  <a:lnTo>
                    <a:pt x="2698737" y="207932"/>
                  </a:lnTo>
                  <a:lnTo>
                    <a:pt x="2647338" y="219888"/>
                  </a:lnTo>
                  <a:lnTo>
                    <a:pt x="2669327" y="329832"/>
                  </a:lnTo>
                  <a:lnTo>
                    <a:pt x="2711106" y="325618"/>
                  </a:lnTo>
                  <a:lnTo>
                    <a:pt x="2751418" y="312974"/>
                  </a:lnTo>
                  <a:lnTo>
                    <a:pt x="2789349" y="292635"/>
                  </a:lnTo>
                  <a:lnTo>
                    <a:pt x="2822516" y="265332"/>
                  </a:lnTo>
                  <a:lnTo>
                    <a:pt x="2987872" y="265332"/>
                  </a:lnTo>
                  <a:lnTo>
                    <a:pt x="2996961" y="219888"/>
                  </a:lnTo>
                  <a:lnTo>
                    <a:pt x="2978545" y="218560"/>
                  </a:lnTo>
                  <a:lnTo>
                    <a:pt x="2961412" y="214574"/>
                  </a:lnTo>
                  <a:lnTo>
                    <a:pt x="2918259" y="186401"/>
                  </a:lnTo>
                  <a:lnTo>
                    <a:pt x="2899935" y="152318"/>
                  </a:lnTo>
                  <a:lnTo>
                    <a:pt x="2894346" y="130467"/>
                  </a:lnTo>
                  <a:close/>
                </a:path>
                <a:path w="3171825" h="572135">
                  <a:moveTo>
                    <a:pt x="2987872" y="265332"/>
                  </a:moveTo>
                  <a:lnTo>
                    <a:pt x="2822516" y="265332"/>
                  </a:lnTo>
                  <a:lnTo>
                    <a:pt x="2838137" y="279854"/>
                  </a:lnTo>
                  <a:lnTo>
                    <a:pt x="2872953" y="303675"/>
                  </a:lnTo>
                  <a:lnTo>
                    <a:pt x="2912441" y="320350"/>
                  </a:lnTo>
                  <a:lnTo>
                    <a:pt x="2953854" y="328779"/>
                  </a:lnTo>
                  <a:lnTo>
                    <a:pt x="2974972" y="329832"/>
                  </a:lnTo>
                  <a:lnTo>
                    <a:pt x="2987872" y="265332"/>
                  </a:lnTo>
                  <a:close/>
                </a:path>
                <a:path w="3171825" h="572135">
                  <a:moveTo>
                    <a:pt x="2985233" y="20522"/>
                  </a:moveTo>
                  <a:lnTo>
                    <a:pt x="2658332" y="20522"/>
                  </a:lnTo>
                  <a:lnTo>
                    <a:pt x="2658332" y="130467"/>
                  </a:lnTo>
                  <a:lnTo>
                    <a:pt x="2985233" y="130467"/>
                  </a:lnTo>
                  <a:lnTo>
                    <a:pt x="2985233" y="20522"/>
                  </a:lnTo>
                  <a:close/>
                </a:path>
                <a:path w="3171825" h="572135">
                  <a:moveTo>
                    <a:pt x="3171405" y="362816"/>
                  </a:moveTo>
                  <a:lnTo>
                    <a:pt x="2672991" y="362816"/>
                  </a:lnTo>
                  <a:lnTo>
                    <a:pt x="2672991" y="472760"/>
                  </a:lnTo>
                  <a:lnTo>
                    <a:pt x="3033609" y="472760"/>
                  </a:lnTo>
                  <a:lnTo>
                    <a:pt x="3033609" y="571710"/>
                  </a:lnTo>
                  <a:lnTo>
                    <a:pt x="3171405" y="571710"/>
                  </a:lnTo>
                  <a:lnTo>
                    <a:pt x="3171405" y="362816"/>
                  </a:lnTo>
                  <a:close/>
                </a:path>
              </a:pathLst>
            </a:custGeom>
            <a:solidFill>
              <a:srgbClr val="00FF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13863453" y="2481599"/>
            <a:ext cx="5570855" cy="7570470"/>
            <a:chOff x="13863453" y="2481599"/>
            <a:chExt cx="5570855" cy="7570470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863453" y="2481599"/>
              <a:ext cx="5570511" cy="757045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308884" y="7980490"/>
              <a:ext cx="4660106" cy="92143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114754" y="3832344"/>
              <a:ext cx="5130733" cy="3266915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949958" y="10853072"/>
            <a:ext cx="124603" cy="185858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7371503" y="2481599"/>
            <a:ext cx="5717540" cy="7696200"/>
            <a:chOff x="7371503" y="2481599"/>
            <a:chExt cx="5717540" cy="7696200"/>
          </a:xfrm>
        </p:grpSpPr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71503" y="2481599"/>
              <a:ext cx="5717103" cy="76961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177761" y="7998960"/>
              <a:ext cx="4157268" cy="257123"/>
            </a:xfrm>
            <a:prstGeom prst="rect">
              <a:avLst/>
            </a:prstGeom>
          </p:spPr>
        </p:pic>
      </p:grpSp>
      <p:sp>
        <p:nvSpPr>
          <p:cNvPr id="22" name="object 22"/>
          <p:cNvSpPr/>
          <p:nvPr/>
        </p:nvSpPr>
        <p:spPr>
          <a:xfrm>
            <a:off x="1141326" y="6282531"/>
            <a:ext cx="5204460" cy="817244"/>
          </a:xfrm>
          <a:custGeom>
            <a:avLst/>
            <a:gdLst/>
            <a:ahLst/>
            <a:cxnLst/>
            <a:rect l="l" t="t" r="r" b="b"/>
            <a:pathLst>
              <a:path w="5204460" h="817245">
                <a:moveTo>
                  <a:pt x="5099321" y="0"/>
                </a:moveTo>
                <a:lnTo>
                  <a:pt x="104708" y="0"/>
                </a:lnTo>
                <a:lnTo>
                  <a:pt x="63951" y="8228"/>
                </a:lnTo>
                <a:lnTo>
                  <a:pt x="30668" y="30668"/>
                </a:lnTo>
                <a:lnTo>
                  <a:pt x="8228" y="63951"/>
                </a:lnTo>
                <a:lnTo>
                  <a:pt x="0" y="104708"/>
                </a:lnTo>
                <a:lnTo>
                  <a:pt x="0" y="712020"/>
                </a:lnTo>
                <a:lnTo>
                  <a:pt x="8228" y="752777"/>
                </a:lnTo>
                <a:lnTo>
                  <a:pt x="30668" y="786060"/>
                </a:lnTo>
                <a:lnTo>
                  <a:pt x="63951" y="808500"/>
                </a:lnTo>
                <a:lnTo>
                  <a:pt x="104708" y="816729"/>
                </a:lnTo>
                <a:lnTo>
                  <a:pt x="5099321" y="816729"/>
                </a:lnTo>
                <a:lnTo>
                  <a:pt x="5140078" y="808500"/>
                </a:lnTo>
                <a:lnTo>
                  <a:pt x="5173361" y="786060"/>
                </a:lnTo>
                <a:lnTo>
                  <a:pt x="5195801" y="752777"/>
                </a:lnTo>
                <a:lnTo>
                  <a:pt x="5204030" y="712020"/>
                </a:lnTo>
                <a:lnTo>
                  <a:pt x="5204030" y="104708"/>
                </a:lnTo>
                <a:lnTo>
                  <a:pt x="5195801" y="63951"/>
                </a:lnTo>
                <a:lnTo>
                  <a:pt x="5173361" y="30668"/>
                </a:lnTo>
                <a:lnTo>
                  <a:pt x="5140078" y="8228"/>
                </a:lnTo>
                <a:lnTo>
                  <a:pt x="509932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/>
          <p:cNvGrpSpPr/>
          <p:nvPr/>
        </p:nvGrpSpPr>
        <p:grpSpPr>
          <a:xfrm>
            <a:off x="1800992" y="2910906"/>
            <a:ext cx="785495" cy="607695"/>
            <a:chOff x="1800992" y="2910906"/>
            <a:chExt cx="785495" cy="607695"/>
          </a:xfrm>
        </p:grpSpPr>
        <p:sp>
          <p:nvSpPr>
            <p:cNvPr id="24" name="object 24"/>
            <p:cNvSpPr/>
            <p:nvPr/>
          </p:nvSpPr>
          <p:spPr>
            <a:xfrm>
              <a:off x="1800992" y="2910906"/>
              <a:ext cx="785495" cy="607695"/>
            </a:xfrm>
            <a:custGeom>
              <a:avLst/>
              <a:gdLst/>
              <a:ahLst/>
              <a:cxnLst/>
              <a:rect l="l" t="t" r="r" b="b"/>
              <a:pathLst>
                <a:path w="785494" h="607695">
                  <a:moveTo>
                    <a:pt x="785316" y="0"/>
                  </a:moveTo>
                  <a:lnTo>
                    <a:pt x="0" y="0"/>
                  </a:lnTo>
                  <a:lnTo>
                    <a:pt x="0" y="607311"/>
                  </a:lnTo>
                  <a:lnTo>
                    <a:pt x="785316" y="607311"/>
                  </a:lnTo>
                  <a:lnTo>
                    <a:pt x="785316" y="0"/>
                  </a:lnTo>
                  <a:close/>
                </a:path>
              </a:pathLst>
            </a:custGeom>
            <a:solidFill>
              <a:srgbClr val="232D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867377" y="3000746"/>
              <a:ext cx="659130" cy="318770"/>
            </a:xfrm>
            <a:custGeom>
              <a:avLst/>
              <a:gdLst/>
              <a:ahLst/>
              <a:cxnLst/>
              <a:rect l="l" t="t" r="r" b="b"/>
              <a:pathLst>
                <a:path w="659130" h="318770">
                  <a:moveTo>
                    <a:pt x="286671" y="8167"/>
                  </a:moveTo>
                  <a:lnTo>
                    <a:pt x="209899" y="8167"/>
                  </a:lnTo>
                  <a:lnTo>
                    <a:pt x="209899" y="181313"/>
                  </a:lnTo>
                  <a:lnTo>
                    <a:pt x="286671" y="181313"/>
                  </a:lnTo>
                  <a:lnTo>
                    <a:pt x="286671" y="124142"/>
                  </a:lnTo>
                  <a:lnTo>
                    <a:pt x="317299" y="124142"/>
                  </a:lnTo>
                  <a:lnTo>
                    <a:pt x="317299" y="64929"/>
                  </a:lnTo>
                  <a:lnTo>
                    <a:pt x="286671" y="64929"/>
                  </a:lnTo>
                  <a:lnTo>
                    <a:pt x="286671" y="8167"/>
                  </a:lnTo>
                  <a:close/>
                </a:path>
                <a:path w="659130" h="318770">
                  <a:moveTo>
                    <a:pt x="76772" y="12250"/>
                  </a:moveTo>
                  <a:lnTo>
                    <a:pt x="0" y="12250"/>
                  </a:lnTo>
                  <a:lnTo>
                    <a:pt x="0" y="177230"/>
                  </a:lnTo>
                  <a:lnTo>
                    <a:pt x="182130" y="177230"/>
                  </a:lnTo>
                  <a:lnTo>
                    <a:pt x="182130" y="115975"/>
                  </a:lnTo>
                  <a:lnTo>
                    <a:pt x="76772" y="115975"/>
                  </a:lnTo>
                  <a:lnTo>
                    <a:pt x="76772" y="95557"/>
                  </a:lnTo>
                  <a:lnTo>
                    <a:pt x="182130" y="95557"/>
                  </a:lnTo>
                  <a:lnTo>
                    <a:pt x="182130" y="34302"/>
                  </a:lnTo>
                  <a:lnTo>
                    <a:pt x="76772" y="34302"/>
                  </a:lnTo>
                  <a:lnTo>
                    <a:pt x="76772" y="12250"/>
                  </a:lnTo>
                  <a:close/>
                </a:path>
                <a:path w="659130" h="318770">
                  <a:moveTo>
                    <a:pt x="182130" y="95557"/>
                  </a:moveTo>
                  <a:lnTo>
                    <a:pt x="105358" y="95557"/>
                  </a:lnTo>
                  <a:lnTo>
                    <a:pt x="105358" y="115975"/>
                  </a:lnTo>
                  <a:lnTo>
                    <a:pt x="182130" y="115975"/>
                  </a:lnTo>
                  <a:lnTo>
                    <a:pt x="182130" y="95557"/>
                  </a:lnTo>
                  <a:close/>
                </a:path>
                <a:path w="659130" h="318770">
                  <a:moveTo>
                    <a:pt x="182130" y="12250"/>
                  </a:moveTo>
                  <a:lnTo>
                    <a:pt x="105358" y="12250"/>
                  </a:lnTo>
                  <a:lnTo>
                    <a:pt x="105358" y="34302"/>
                  </a:lnTo>
                  <a:lnTo>
                    <a:pt x="182130" y="34302"/>
                  </a:lnTo>
                  <a:lnTo>
                    <a:pt x="182130" y="12250"/>
                  </a:lnTo>
                  <a:close/>
                </a:path>
                <a:path w="659130" h="318770">
                  <a:moveTo>
                    <a:pt x="222558" y="192748"/>
                  </a:moveTo>
                  <a:lnTo>
                    <a:pt x="73097" y="192748"/>
                  </a:lnTo>
                  <a:lnTo>
                    <a:pt x="59799" y="193871"/>
                  </a:lnTo>
                  <a:lnTo>
                    <a:pt x="19091" y="220108"/>
                  </a:lnTo>
                  <a:lnTo>
                    <a:pt x="8984" y="255636"/>
                  </a:lnTo>
                  <a:lnTo>
                    <a:pt x="10107" y="268729"/>
                  </a:lnTo>
                  <a:lnTo>
                    <a:pt x="36727" y="308647"/>
                  </a:lnTo>
                  <a:lnTo>
                    <a:pt x="73097" y="318524"/>
                  </a:lnTo>
                  <a:lnTo>
                    <a:pt x="222558" y="318524"/>
                  </a:lnTo>
                  <a:lnTo>
                    <a:pt x="268295" y="300964"/>
                  </a:lnTo>
                  <a:lnTo>
                    <a:pt x="285991" y="263395"/>
                  </a:lnTo>
                  <a:lnTo>
                    <a:pt x="91337" y="263395"/>
                  </a:lnTo>
                  <a:lnTo>
                    <a:pt x="89431" y="262714"/>
                  </a:lnTo>
                  <a:lnTo>
                    <a:pt x="87798" y="261353"/>
                  </a:lnTo>
                  <a:lnTo>
                    <a:pt x="86437" y="259719"/>
                  </a:lnTo>
                  <a:lnTo>
                    <a:pt x="85756" y="257814"/>
                  </a:lnTo>
                  <a:lnTo>
                    <a:pt x="85756" y="253458"/>
                  </a:lnTo>
                  <a:lnTo>
                    <a:pt x="86437" y="251688"/>
                  </a:lnTo>
                  <a:lnTo>
                    <a:pt x="89431" y="248693"/>
                  </a:lnTo>
                  <a:lnTo>
                    <a:pt x="91337" y="247877"/>
                  </a:lnTo>
                  <a:lnTo>
                    <a:pt x="285989" y="247877"/>
                  </a:lnTo>
                  <a:lnTo>
                    <a:pt x="285523" y="242568"/>
                  </a:lnTo>
                  <a:lnTo>
                    <a:pt x="258698" y="202855"/>
                  </a:lnTo>
                  <a:lnTo>
                    <a:pt x="235830" y="193871"/>
                  </a:lnTo>
                  <a:lnTo>
                    <a:pt x="222558" y="192748"/>
                  </a:lnTo>
                  <a:close/>
                </a:path>
                <a:path w="659130" h="318770">
                  <a:moveTo>
                    <a:pt x="285989" y="247877"/>
                  </a:moveTo>
                  <a:lnTo>
                    <a:pt x="204318" y="247877"/>
                  </a:lnTo>
                  <a:lnTo>
                    <a:pt x="206087" y="248693"/>
                  </a:lnTo>
                  <a:lnTo>
                    <a:pt x="207449" y="250327"/>
                  </a:lnTo>
                  <a:lnTo>
                    <a:pt x="209082" y="251688"/>
                  </a:lnTo>
                  <a:lnTo>
                    <a:pt x="209899" y="253458"/>
                  </a:lnTo>
                  <a:lnTo>
                    <a:pt x="209899" y="257814"/>
                  </a:lnTo>
                  <a:lnTo>
                    <a:pt x="209082" y="259719"/>
                  </a:lnTo>
                  <a:lnTo>
                    <a:pt x="206087" y="262714"/>
                  </a:lnTo>
                  <a:lnTo>
                    <a:pt x="204318" y="263395"/>
                  </a:lnTo>
                  <a:lnTo>
                    <a:pt x="285991" y="263395"/>
                  </a:lnTo>
                  <a:lnTo>
                    <a:pt x="286671" y="255636"/>
                  </a:lnTo>
                  <a:lnTo>
                    <a:pt x="285989" y="247877"/>
                  </a:lnTo>
                  <a:close/>
                </a:path>
                <a:path w="659130" h="318770">
                  <a:moveTo>
                    <a:pt x="525530" y="20418"/>
                  </a:moveTo>
                  <a:lnTo>
                    <a:pt x="341766" y="20418"/>
                  </a:lnTo>
                  <a:lnTo>
                    <a:pt x="341766" y="70238"/>
                  </a:lnTo>
                  <a:lnTo>
                    <a:pt x="525530" y="70238"/>
                  </a:lnTo>
                  <a:lnTo>
                    <a:pt x="525530" y="20418"/>
                  </a:lnTo>
                  <a:close/>
                </a:path>
                <a:path w="659130" h="318770">
                  <a:moveTo>
                    <a:pt x="472034" y="0"/>
                  </a:moveTo>
                  <a:lnTo>
                    <a:pt x="395261" y="0"/>
                  </a:lnTo>
                  <a:lnTo>
                    <a:pt x="395261" y="20418"/>
                  </a:lnTo>
                  <a:lnTo>
                    <a:pt x="472034" y="20418"/>
                  </a:lnTo>
                  <a:lnTo>
                    <a:pt x="472034" y="0"/>
                  </a:lnTo>
                  <a:close/>
                </a:path>
                <a:path w="659130" h="318770">
                  <a:moveTo>
                    <a:pt x="628029" y="8167"/>
                  </a:moveTo>
                  <a:lnTo>
                    <a:pt x="551665" y="8167"/>
                  </a:lnTo>
                  <a:lnTo>
                    <a:pt x="551665" y="184580"/>
                  </a:lnTo>
                  <a:lnTo>
                    <a:pt x="628029" y="184580"/>
                  </a:lnTo>
                  <a:lnTo>
                    <a:pt x="628029" y="155995"/>
                  </a:lnTo>
                  <a:lnTo>
                    <a:pt x="658656" y="155995"/>
                  </a:lnTo>
                  <a:lnTo>
                    <a:pt x="658656" y="102907"/>
                  </a:lnTo>
                  <a:lnTo>
                    <a:pt x="628029" y="102907"/>
                  </a:lnTo>
                  <a:lnTo>
                    <a:pt x="628029" y="85348"/>
                  </a:lnTo>
                  <a:lnTo>
                    <a:pt x="658656" y="85348"/>
                  </a:lnTo>
                  <a:lnTo>
                    <a:pt x="658656" y="32260"/>
                  </a:lnTo>
                  <a:lnTo>
                    <a:pt x="628029" y="32260"/>
                  </a:lnTo>
                  <a:lnTo>
                    <a:pt x="628029" y="8167"/>
                  </a:lnTo>
                  <a:close/>
                </a:path>
                <a:path w="659130" h="318770">
                  <a:moveTo>
                    <a:pt x="452841" y="75547"/>
                  </a:moveTo>
                  <a:lnTo>
                    <a:pt x="414454" y="75547"/>
                  </a:lnTo>
                  <a:lnTo>
                    <a:pt x="399370" y="76415"/>
                  </a:lnTo>
                  <a:lnTo>
                    <a:pt x="356186" y="97190"/>
                  </a:lnTo>
                  <a:lnTo>
                    <a:pt x="345849" y="130268"/>
                  </a:lnTo>
                  <a:lnTo>
                    <a:pt x="346998" y="142953"/>
                  </a:lnTo>
                  <a:lnTo>
                    <a:pt x="374256" y="177766"/>
                  </a:lnTo>
                  <a:lnTo>
                    <a:pt x="414454" y="185805"/>
                  </a:lnTo>
                  <a:lnTo>
                    <a:pt x="452841" y="185805"/>
                  </a:lnTo>
                  <a:lnTo>
                    <a:pt x="493039" y="177766"/>
                  </a:lnTo>
                  <a:lnTo>
                    <a:pt x="520297" y="142953"/>
                  </a:lnTo>
                  <a:lnTo>
                    <a:pt x="520743" y="138027"/>
                  </a:lnTo>
                  <a:lnTo>
                    <a:pt x="421261" y="138027"/>
                  </a:lnTo>
                  <a:lnTo>
                    <a:pt x="418810" y="137346"/>
                  </a:lnTo>
                  <a:lnTo>
                    <a:pt x="416905" y="135985"/>
                  </a:lnTo>
                  <a:lnTo>
                    <a:pt x="414999" y="134351"/>
                  </a:lnTo>
                  <a:lnTo>
                    <a:pt x="414046" y="132310"/>
                  </a:lnTo>
                  <a:lnTo>
                    <a:pt x="414046" y="127409"/>
                  </a:lnTo>
                  <a:lnTo>
                    <a:pt x="414999" y="125504"/>
                  </a:lnTo>
                  <a:lnTo>
                    <a:pt x="416905" y="124142"/>
                  </a:lnTo>
                  <a:lnTo>
                    <a:pt x="418810" y="122509"/>
                  </a:lnTo>
                  <a:lnTo>
                    <a:pt x="421261" y="121692"/>
                  </a:lnTo>
                  <a:lnTo>
                    <a:pt x="520668" y="121692"/>
                  </a:lnTo>
                  <a:lnTo>
                    <a:pt x="520297" y="117608"/>
                  </a:lnTo>
                  <a:lnTo>
                    <a:pt x="493039" y="83357"/>
                  </a:lnTo>
                  <a:lnTo>
                    <a:pt x="467925" y="76415"/>
                  </a:lnTo>
                  <a:lnTo>
                    <a:pt x="452841" y="75547"/>
                  </a:lnTo>
                  <a:close/>
                </a:path>
                <a:path w="659130" h="318770">
                  <a:moveTo>
                    <a:pt x="520668" y="121692"/>
                  </a:moveTo>
                  <a:lnTo>
                    <a:pt x="446443" y="121692"/>
                  </a:lnTo>
                  <a:lnTo>
                    <a:pt x="448893" y="122509"/>
                  </a:lnTo>
                  <a:lnTo>
                    <a:pt x="450799" y="124142"/>
                  </a:lnTo>
                  <a:lnTo>
                    <a:pt x="452705" y="125504"/>
                  </a:lnTo>
                  <a:lnTo>
                    <a:pt x="453657" y="127409"/>
                  </a:lnTo>
                  <a:lnTo>
                    <a:pt x="453657" y="132310"/>
                  </a:lnTo>
                  <a:lnTo>
                    <a:pt x="452705" y="134351"/>
                  </a:lnTo>
                  <a:lnTo>
                    <a:pt x="450799" y="135985"/>
                  </a:lnTo>
                  <a:lnTo>
                    <a:pt x="448893" y="137346"/>
                  </a:lnTo>
                  <a:lnTo>
                    <a:pt x="446443" y="138027"/>
                  </a:lnTo>
                  <a:lnTo>
                    <a:pt x="520743" y="138027"/>
                  </a:lnTo>
                  <a:lnTo>
                    <a:pt x="521446" y="130268"/>
                  </a:lnTo>
                  <a:lnTo>
                    <a:pt x="520668" y="121692"/>
                  </a:lnTo>
                  <a:close/>
                </a:path>
                <a:path w="659130" h="318770">
                  <a:moveTo>
                    <a:pt x="564324" y="196831"/>
                  </a:moveTo>
                  <a:lnTo>
                    <a:pt x="414863" y="196831"/>
                  </a:lnTo>
                  <a:lnTo>
                    <a:pt x="401412" y="197903"/>
                  </a:lnTo>
                  <a:lnTo>
                    <a:pt x="360857" y="222992"/>
                  </a:lnTo>
                  <a:lnTo>
                    <a:pt x="350750" y="257678"/>
                  </a:lnTo>
                  <a:lnTo>
                    <a:pt x="351873" y="270541"/>
                  </a:lnTo>
                  <a:lnTo>
                    <a:pt x="378340" y="309106"/>
                  </a:lnTo>
                  <a:lnTo>
                    <a:pt x="414863" y="318524"/>
                  </a:lnTo>
                  <a:lnTo>
                    <a:pt x="564324" y="318524"/>
                  </a:lnTo>
                  <a:lnTo>
                    <a:pt x="610469" y="301781"/>
                  </a:lnTo>
                  <a:lnTo>
                    <a:pt x="627760" y="265436"/>
                  </a:lnTo>
                  <a:lnTo>
                    <a:pt x="433103" y="265436"/>
                  </a:lnTo>
                  <a:lnTo>
                    <a:pt x="431197" y="264756"/>
                  </a:lnTo>
                  <a:lnTo>
                    <a:pt x="429564" y="263395"/>
                  </a:lnTo>
                  <a:lnTo>
                    <a:pt x="428203" y="261761"/>
                  </a:lnTo>
                  <a:lnTo>
                    <a:pt x="427522" y="259855"/>
                  </a:lnTo>
                  <a:lnTo>
                    <a:pt x="427522" y="255500"/>
                  </a:lnTo>
                  <a:lnTo>
                    <a:pt x="428203" y="253730"/>
                  </a:lnTo>
                  <a:lnTo>
                    <a:pt x="431197" y="250735"/>
                  </a:lnTo>
                  <a:lnTo>
                    <a:pt x="433103" y="249919"/>
                  </a:lnTo>
                  <a:lnTo>
                    <a:pt x="627759" y="249919"/>
                  </a:lnTo>
                  <a:lnTo>
                    <a:pt x="627314" y="244840"/>
                  </a:lnTo>
                  <a:lnTo>
                    <a:pt x="600847" y="206479"/>
                  </a:lnTo>
                  <a:lnTo>
                    <a:pt x="577775" y="197903"/>
                  </a:lnTo>
                  <a:lnTo>
                    <a:pt x="564324" y="196831"/>
                  </a:lnTo>
                  <a:close/>
                </a:path>
                <a:path w="659130" h="318770">
                  <a:moveTo>
                    <a:pt x="627759" y="249919"/>
                  </a:moveTo>
                  <a:lnTo>
                    <a:pt x="546084" y="249919"/>
                  </a:lnTo>
                  <a:lnTo>
                    <a:pt x="547853" y="250735"/>
                  </a:lnTo>
                  <a:lnTo>
                    <a:pt x="549215" y="252369"/>
                  </a:lnTo>
                  <a:lnTo>
                    <a:pt x="550848" y="253730"/>
                  </a:lnTo>
                  <a:lnTo>
                    <a:pt x="551665" y="255500"/>
                  </a:lnTo>
                  <a:lnTo>
                    <a:pt x="551665" y="259855"/>
                  </a:lnTo>
                  <a:lnTo>
                    <a:pt x="550848" y="261761"/>
                  </a:lnTo>
                  <a:lnTo>
                    <a:pt x="547853" y="264756"/>
                  </a:lnTo>
                  <a:lnTo>
                    <a:pt x="546084" y="265436"/>
                  </a:lnTo>
                  <a:lnTo>
                    <a:pt x="627760" y="265436"/>
                  </a:lnTo>
                  <a:lnTo>
                    <a:pt x="628437" y="257678"/>
                  </a:lnTo>
                  <a:lnTo>
                    <a:pt x="627759" y="2499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8282470" y="2921377"/>
            <a:ext cx="2471420" cy="575945"/>
            <a:chOff x="8282470" y="2921377"/>
            <a:chExt cx="2471420" cy="575945"/>
          </a:xfrm>
        </p:grpSpPr>
        <p:sp>
          <p:nvSpPr>
            <p:cNvPr id="27" name="object 27"/>
            <p:cNvSpPr/>
            <p:nvPr/>
          </p:nvSpPr>
          <p:spPr>
            <a:xfrm>
              <a:off x="8282470" y="2921377"/>
              <a:ext cx="2471420" cy="575945"/>
            </a:xfrm>
            <a:custGeom>
              <a:avLst/>
              <a:gdLst/>
              <a:ahLst/>
              <a:cxnLst/>
              <a:rect l="l" t="t" r="r" b="b"/>
              <a:pathLst>
                <a:path w="2471420" h="575945">
                  <a:moveTo>
                    <a:pt x="2471128" y="0"/>
                  </a:moveTo>
                  <a:lnTo>
                    <a:pt x="0" y="0"/>
                  </a:lnTo>
                  <a:lnTo>
                    <a:pt x="0" y="575898"/>
                  </a:lnTo>
                  <a:lnTo>
                    <a:pt x="2471128" y="575898"/>
                  </a:lnTo>
                  <a:lnTo>
                    <a:pt x="2471128" y="0"/>
                  </a:lnTo>
                  <a:close/>
                </a:path>
              </a:pathLst>
            </a:custGeom>
            <a:solidFill>
              <a:srgbClr val="232D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338384" y="3000746"/>
              <a:ext cx="2233930" cy="318770"/>
            </a:xfrm>
            <a:custGeom>
              <a:avLst/>
              <a:gdLst/>
              <a:ahLst/>
              <a:cxnLst/>
              <a:rect l="l" t="t" r="r" b="b"/>
              <a:pathLst>
                <a:path w="2233929" h="318770">
                  <a:moveTo>
                    <a:pt x="196014" y="22460"/>
                  </a:moveTo>
                  <a:lnTo>
                    <a:pt x="4083" y="22460"/>
                  </a:lnTo>
                  <a:lnTo>
                    <a:pt x="4083" y="75547"/>
                  </a:lnTo>
                  <a:lnTo>
                    <a:pt x="196014" y="75547"/>
                  </a:lnTo>
                  <a:lnTo>
                    <a:pt x="196014" y="22460"/>
                  </a:lnTo>
                  <a:close/>
                </a:path>
                <a:path w="2233929" h="318770">
                  <a:moveTo>
                    <a:pt x="138435" y="0"/>
                  </a:moveTo>
                  <a:lnTo>
                    <a:pt x="61663" y="0"/>
                  </a:lnTo>
                  <a:lnTo>
                    <a:pt x="61663" y="22460"/>
                  </a:lnTo>
                  <a:lnTo>
                    <a:pt x="138435" y="22460"/>
                  </a:lnTo>
                  <a:lnTo>
                    <a:pt x="138435" y="0"/>
                  </a:lnTo>
                  <a:close/>
                </a:path>
                <a:path w="2233929" h="318770">
                  <a:moveTo>
                    <a:pt x="285446" y="8167"/>
                  </a:moveTo>
                  <a:lnTo>
                    <a:pt x="209082" y="8167"/>
                  </a:lnTo>
                  <a:lnTo>
                    <a:pt x="209082" y="318524"/>
                  </a:lnTo>
                  <a:lnTo>
                    <a:pt x="285446" y="318524"/>
                  </a:lnTo>
                  <a:lnTo>
                    <a:pt x="285446" y="191931"/>
                  </a:lnTo>
                  <a:lnTo>
                    <a:pt x="316074" y="191931"/>
                  </a:lnTo>
                  <a:lnTo>
                    <a:pt x="316074" y="130676"/>
                  </a:lnTo>
                  <a:lnTo>
                    <a:pt x="285446" y="130676"/>
                  </a:lnTo>
                  <a:lnTo>
                    <a:pt x="285446" y="8167"/>
                  </a:lnTo>
                  <a:close/>
                </a:path>
                <a:path w="2233929" h="318770">
                  <a:moveTo>
                    <a:pt x="123734" y="85756"/>
                  </a:moveTo>
                  <a:lnTo>
                    <a:pt x="76364" y="85756"/>
                  </a:lnTo>
                  <a:lnTo>
                    <a:pt x="61790" y="86854"/>
                  </a:lnTo>
                  <a:lnTo>
                    <a:pt x="26952" y="103316"/>
                  </a:lnTo>
                  <a:lnTo>
                    <a:pt x="8167" y="149053"/>
                  </a:lnTo>
                  <a:lnTo>
                    <a:pt x="9341" y="162656"/>
                  </a:lnTo>
                  <a:lnTo>
                    <a:pt x="37084" y="202701"/>
                  </a:lnTo>
                  <a:lnTo>
                    <a:pt x="76364" y="212349"/>
                  </a:lnTo>
                  <a:lnTo>
                    <a:pt x="123734" y="212349"/>
                  </a:lnTo>
                  <a:lnTo>
                    <a:pt x="163014" y="202701"/>
                  </a:lnTo>
                  <a:lnTo>
                    <a:pt x="190757" y="162656"/>
                  </a:lnTo>
                  <a:lnTo>
                    <a:pt x="191402" y="155178"/>
                  </a:lnTo>
                  <a:lnTo>
                    <a:pt x="86437" y="155178"/>
                  </a:lnTo>
                  <a:lnTo>
                    <a:pt x="84531" y="154634"/>
                  </a:lnTo>
                  <a:lnTo>
                    <a:pt x="82897" y="153545"/>
                  </a:lnTo>
                  <a:lnTo>
                    <a:pt x="81536" y="152456"/>
                  </a:lnTo>
                  <a:lnTo>
                    <a:pt x="80856" y="150958"/>
                  </a:lnTo>
                  <a:lnTo>
                    <a:pt x="80856" y="147147"/>
                  </a:lnTo>
                  <a:lnTo>
                    <a:pt x="81536" y="145650"/>
                  </a:lnTo>
                  <a:lnTo>
                    <a:pt x="82897" y="144561"/>
                  </a:lnTo>
                  <a:lnTo>
                    <a:pt x="84531" y="143472"/>
                  </a:lnTo>
                  <a:lnTo>
                    <a:pt x="86437" y="142927"/>
                  </a:lnTo>
                  <a:lnTo>
                    <a:pt x="191401" y="142927"/>
                  </a:lnTo>
                  <a:lnTo>
                    <a:pt x="190757" y="135474"/>
                  </a:lnTo>
                  <a:lnTo>
                    <a:pt x="163014" y="95633"/>
                  </a:lnTo>
                  <a:lnTo>
                    <a:pt x="138307" y="86854"/>
                  </a:lnTo>
                  <a:lnTo>
                    <a:pt x="123734" y="85756"/>
                  </a:lnTo>
                  <a:close/>
                </a:path>
                <a:path w="2233929" h="318770">
                  <a:moveTo>
                    <a:pt x="191401" y="142927"/>
                  </a:moveTo>
                  <a:lnTo>
                    <a:pt x="113661" y="142927"/>
                  </a:lnTo>
                  <a:lnTo>
                    <a:pt x="115431" y="143472"/>
                  </a:lnTo>
                  <a:lnTo>
                    <a:pt x="116792" y="144561"/>
                  </a:lnTo>
                  <a:lnTo>
                    <a:pt x="118425" y="145650"/>
                  </a:lnTo>
                  <a:lnTo>
                    <a:pt x="119242" y="147147"/>
                  </a:lnTo>
                  <a:lnTo>
                    <a:pt x="119242" y="150958"/>
                  </a:lnTo>
                  <a:lnTo>
                    <a:pt x="118425" y="152456"/>
                  </a:lnTo>
                  <a:lnTo>
                    <a:pt x="116792" y="153545"/>
                  </a:lnTo>
                  <a:lnTo>
                    <a:pt x="115431" y="154634"/>
                  </a:lnTo>
                  <a:lnTo>
                    <a:pt x="113661" y="155178"/>
                  </a:lnTo>
                  <a:lnTo>
                    <a:pt x="191402" y="155178"/>
                  </a:lnTo>
                  <a:lnTo>
                    <a:pt x="191931" y="149053"/>
                  </a:lnTo>
                  <a:lnTo>
                    <a:pt x="191401" y="142927"/>
                  </a:lnTo>
                  <a:close/>
                </a:path>
                <a:path w="2233929" h="318770">
                  <a:moveTo>
                    <a:pt x="196831" y="249102"/>
                  </a:moveTo>
                  <a:lnTo>
                    <a:pt x="0" y="249102"/>
                  </a:lnTo>
                  <a:lnTo>
                    <a:pt x="0" y="306273"/>
                  </a:lnTo>
                  <a:lnTo>
                    <a:pt x="196831" y="306273"/>
                  </a:lnTo>
                  <a:lnTo>
                    <a:pt x="196831" y="249102"/>
                  </a:lnTo>
                  <a:close/>
                </a:path>
                <a:path w="2233929" h="318770">
                  <a:moveTo>
                    <a:pt x="138435" y="222558"/>
                  </a:moveTo>
                  <a:lnTo>
                    <a:pt x="61663" y="222558"/>
                  </a:lnTo>
                  <a:lnTo>
                    <a:pt x="61663" y="249102"/>
                  </a:lnTo>
                  <a:lnTo>
                    <a:pt x="138435" y="249102"/>
                  </a:lnTo>
                  <a:lnTo>
                    <a:pt x="138435" y="222558"/>
                  </a:lnTo>
                  <a:close/>
                </a:path>
                <a:path w="2233929" h="318770">
                  <a:moveTo>
                    <a:pt x="425509" y="213983"/>
                  </a:moveTo>
                  <a:lnTo>
                    <a:pt x="348736" y="213983"/>
                  </a:lnTo>
                  <a:lnTo>
                    <a:pt x="348736" y="318524"/>
                  </a:lnTo>
                  <a:lnTo>
                    <a:pt x="627241" y="318115"/>
                  </a:lnTo>
                  <a:lnTo>
                    <a:pt x="627241" y="256861"/>
                  </a:lnTo>
                  <a:lnTo>
                    <a:pt x="425509" y="256861"/>
                  </a:lnTo>
                  <a:lnTo>
                    <a:pt x="425509" y="213983"/>
                  </a:lnTo>
                  <a:close/>
                </a:path>
                <a:path w="2233929" h="318770">
                  <a:moveTo>
                    <a:pt x="627241" y="7350"/>
                  </a:moveTo>
                  <a:lnTo>
                    <a:pt x="550469" y="7350"/>
                  </a:lnTo>
                  <a:lnTo>
                    <a:pt x="550469" y="38386"/>
                  </a:lnTo>
                  <a:lnTo>
                    <a:pt x="525967" y="38386"/>
                  </a:lnTo>
                  <a:lnTo>
                    <a:pt x="525967" y="95557"/>
                  </a:lnTo>
                  <a:lnTo>
                    <a:pt x="550469" y="95557"/>
                  </a:lnTo>
                  <a:lnTo>
                    <a:pt x="550469" y="122100"/>
                  </a:lnTo>
                  <a:lnTo>
                    <a:pt x="525967" y="122100"/>
                  </a:lnTo>
                  <a:lnTo>
                    <a:pt x="525967" y="179272"/>
                  </a:lnTo>
                  <a:lnTo>
                    <a:pt x="550469" y="179272"/>
                  </a:lnTo>
                  <a:lnTo>
                    <a:pt x="550469" y="213983"/>
                  </a:lnTo>
                  <a:lnTo>
                    <a:pt x="627241" y="213983"/>
                  </a:lnTo>
                  <a:lnTo>
                    <a:pt x="627241" y="7350"/>
                  </a:lnTo>
                  <a:close/>
                </a:path>
                <a:path w="2233929" h="318770">
                  <a:moveTo>
                    <a:pt x="517799" y="11434"/>
                  </a:moveTo>
                  <a:lnTo>
                    <a:pt x="340569" y="11434"/>
                  </a:lnTo>
                  <a:lnTo>
                    <a:pt x="340569" y="191522"/>
                  </a:lnTo>
                  <a:lnTo>
                    <a:pt x="517799" y="191522"/>
                  </a:lnTo>
                  <a:lnTo>
                    <a:pt x="517799" y="130268"/>
                  </a:lnTo>
                  <a:lnTo>
                    <a:pt x="413258" y="130268"/>
                  </a:lnTo>
                  <a:lnTo>
                    <a:pt x="413258" y="73097"/>
                  </a:lnTo>
                  <a:lnTo>
                    <a:pt x="517799" y="73097"/>
                  </a:lnTo>
                  <a:lnTo>
                    <a:pt x="517799" y="11434"/>
                  </a:lnTo>
                  <a:close/>
                </a:path>
                <a:path w="2233929" h="318770">
                  <a:moveTo>
                    <a:pt x="517799" y="73097"/>
                  </a:moveTo>
                  <a:lnTo>
                    <a:pt x="445110" y="73097"/>
                  </a:lnTo>
                  <a:lnTo>
                    <a:pt x="445110" y="130268"/>
                  </a:lnTo>
                  <a:lnTo>
                    <a:pt x="517799" y="130268"/>
                  </a:lnTo>
                  <a:lnTo>
                    <a:pt x="517799" y="73097"/>
                  </a:lnTo>
                  <a:close/>
                </a:path>
                <a:path w="2233929" h="318770">
                  <a:moveTo>
                    <a:pt x="977238" y="12250"/>
                  </a:moveTo>
                  <a:lnTo>
                    <a:pt x="802867" y="12250"/>
                  </a:lnTo>
                  <a:lnTo>
                    <a:pt x="802867" y="72688"/>
                  </a:lnTo>
                  <a:lnTo>
                    <a:pt x="893523" y="72688"/>
                  </a:lnTo>
                  <a:lnTo>
                    <a:pt x="891737" y="83714"/>
                  </a:lnTo>
                  <a:lnTo>
                    <a:pt x="849828" y="115158"/>
                  </a:lnTo>
                  <a:lnTo>
                    <a:pt x="794699" y="122509"/>
                  </a:lnTo>
                  <a:lnTo>
                    <a:pt x="802867" y="183764"/>
                  </a:lnTo>
                  <a:lnTo>
                    <a:pt x="848501" y="181313"/>
                  </a:lnTo>
                  <a:lnTo>
                    <a:pt x="886581" y="173963"/>
                  </a:lnTo>
                  <a:lnTo>
                    <a:pt x="931374" y="150073"/>
                  </a:lnTo>
                  <a:lnTo>
                    <a:pt x="962333" y="106276"/>
                  </a:lnTo>
                  <a:lnTo>
                    <a:pt x="973563" y="64113"/>
                  </a:lnTo>
                  <a:lnTo>
                    <a:pt x="1088722" y="64113"/>
                  </a:lnTo>
                  <a:lnTo>
                    <a:pt x="1088722" y="32260"/>
                  </a:lnTo>
                  <a:lnTo>
                    <a:pt x="976830" y="32260"/>
                  </a:lnTo>
                  <a:lnTo>
                    <a:pt x="977102" y="27904"/>
                  </a:lnTo>
                  <a:lnTo>
                    <a:pt x="977238" y="21234"/>
                  </a:lnTo>
                  <a:lnTo>
                    <a:pt x="977238" y="12250"/>
                  </a:lnTo>
                  <a:close/>
                </a:path>
                <a:path w="2233929" h="318770">
                  <a:moveTo>
                    <a:pt x="1088722" y="64113"/>
                  </a:moveTo>
                  <a:lnTo>
                    <a:pt x="973563" y="64113"/>
                  </a:lnTo>
                  <a:lnTo>
                    <a:pt x="973563" y="85348"/>
                  </a:lnTo>
                  <a:lnTo>
                    <a:pt x="1012357" y="85348"/>
                  </a:lnTo>
                  <a:lnTo>
                    <a:pt x="1012357" y="102907"/>
                  </a:lnTo>
                  <a:lnTo>
                    <a:pt x="973563" y="102907"/>
                  </a:lnTo>
                  <a:lnTo>
                    <a:pt x="973563" y="155995"/>
                  </a:lnTo>
                  <a:lnTo>
                    <a:pt x="1012357" y="155995"/>
                  </a:lnTo>
                  <a:lnTo>
                    <a:pt x="1012357" y="179680"/>
                  </a:lnTo>
                  <a:lnTo>
                    <a:pt x="1088722" y="179680"/>
                  </a:lnTo>
                  <a:lnTo>
                    <a:pt x="1088722" y="64113"/>
                  </a:lnTo>
                  <a:close/>
                </a:path>
                <a:path w="2233929" h="318770">
                  <a:moveTo>
                    <a:pt x="1088722" y="8167"/>
                  </a:moveTo>
                  <a:lnTo>
                    <a:pt x="1012357" y="8167"/>
                  </a:lnTo>
                  <a:lnTo>
                    <a:pt x="1012357" y="32260"/>
                  </a:lnTo>
                  <a:lnTo>
                    <a:pt x="1088722" y="32260"/>
                  </a:lnTo>
                  <a:lnTo>
                    <a:pt x="1088722" y="8167"/>
                  </a:lnTo>
                  <a:close/>
                </a:path>
                <a:path w="2233929" h="318770">
                  <a:moveTo>
                    <a:pt x="1024608" y="192748"/>
                  </a:moveTo>
                  <a:lnTo>
                    <a:pt x="875147" y="192748"/>
                  </a:lnTo>
                  <a:lnTo>
                    <a:pt x="861850" y="193871"/>
                  </a:lnTo>
                  <a:lnTo>
                    <a:pt x="821141" y="220108"/>
                  </a:lnTo>
                  <a:lnTo>
                    <a:pt x="811034" y="255636"/>
                  </a:lnTo>
                  <a:lnTo>
                    <a:pt x="812157" y="268729"/>
                  </a:lnTo>
                  <a:lnTo>
                    <a:pt x="838777" y="308647"/>
                  </a:lnTo>
                  <a:lnTo>
                    <a:pt x="875147" y="318524"/>
                  </a:lnTo>
                  <a:lnTo>
                    <a:pt x="1024608" y="318524"/>
                  </a:lnTo>
                  <a:lnTo>
                    <a:pt x="1070345" y="300964"/>
                  </a:lnTo>
                  <a:lnTo>
                    <a:pt x="1088041" y="263395"/>
                  </a:lnTo>
                  <a:lnTo>
                    <a:pt x="893387" y="263395"/>
                  </a:lnTo>
                  <a:lnTo>
                    <a:pt x="891482" y="262714"/>
                  </a:lnTo>
                  <a:lnTo>
                    <a:pt x="889848" y="261353"/>
                  </a:lnTo>
                  <a:lnTo>
                    <a:pt x="888487" y="259719"/>
                  </a:lnTo>
                  <a:lnTo>
                    <a:pt x="887806" y="257814"/>
                  </a:lnTo>
                  <a:lnTo>
                    <a:pt x="887806" y="253458"/>
                  </a:lnTo>
                  <a:lnTo>
                    <a:pt x="888487" y="251688"/>
                  </a:lnTo>
                  <a:lnTo>
                    <a:pt x="891482" y="248693"/>
                  </a:lnTo>
                  <a:lnTo>
                    <a:pt x="893387" y="247877"/>
                  </a:lnTo>
                  <a:lnTo>
                    <a:pt x="1088040" y="247877"/>
                  </a:lnTo>
                  <a:lnTo>
                    <a:pt x="1087573" y="242568"/>
                  </a:lnTo>
                  <a:lnTo>
                    <a:pt x="1060749" y="202855"/>
                  </a:lnTo>
                  <a:lnTo>
                    <a:pt x="1037880" y="193871"/>
                  </a:lnTo>
                  <a:lnTo>
                    <a:pt x="1024608" y="192748"/>
                  </a:lnTo>
                  <a:close/>
                </a:path>
                <a:path w="2233929" h="318770">
                  <a:moveTo>
                    <a:pt x="1088040" y="247877"/>
                  </a:moveTo>
                  <a:lnTo>
                    <a:pt x="1006368" y="247877"/>
                  </a:lnTo>
                  <a:lnTo>
                    <a:pt x="1008138" y="248693"/>
                  </a:lnTo>
                  <a:lnTo>
                    <a:pt x="1009499" y="250327"/>
                  </a:lnTo>
                  <a:lnTo>
                    <a:pt x="1011132" y="251688"/>
                  </a:lnTo>
                  <a:lnTo>
                    <a:pt x="1011949" y="253458"/>
                  </a:lnTo>
                  <a:lnTo>
                    <a:pt x="1011949" y="257814"/>
                  </a:lnTo>
                  <a:lnTo>
                    <a:pt x="1011132" y="259719"/>
                  </a:lnTo>
                  <a:lnTo>
                    <a:pt x="1008138" y="262714"/>
                  </a:lnTo>
                  <a:lnTo>
                    <a:pt x="1006368" y="263395"/>
                  </a:lnTo>
                  <a:lnTo>
                    <a:pt x="1088041" y="263395"/>
                  </a:lnTo>
                  <a:lnTo>
                    <a:pt x="1088722" y="255636"/>
                  </a:lnTo>
                  <a:lnTo>
                    <a:pt x="1088040" y="247877"/>
                  </a:lnTo>
                  <a:close/>
                </a:path>
                <a:path w="2233929" h="318770">
                  <a:moveTo>
                    <a:pt x="1350107" y="209490"/>
                  </a:moveTo>
                  <a:lnTo>
                    <a:pt x="1245157" y="209490"/>
                  </a:lnTo>
                  <a:lnTo>
                    <a:pt x="1245157" y="253185"/>
                  </a:lnTo>
                  <a:lnTo>
                    <a:pt x="1277418" y="253185"/>
                  </a:lnTo>
                  <a:lnTo>
                    <a:pt x="1277418" y="314440"/>
                  </a:lnTo>
                  <a:lnTo>
                    <a:pt x="1350107" y="314440"/>
                  </a:lnTo>
                  <a:lnTo>
                    <a:pt x="1350107" y="209490"/>
                  </a:lnTo>
                  <a:close/>
                </a:path>
                <a:path w="2233929" h="318770">
                  <a:moveTo>
                    <a:pt x="1261083" y="12250"/>
                  </a:moveTo>
                  <a:lnTo>
                    <a:pt x="1141841" y="12250"/>
                  </a:lnTo>
                  <a:lnTo>
                    <a:pt x="1141841" y="73505"/>
                  </a:lnTo>
                  <a:lnTo>
                    <a:pt x="1188803" y="73505"/>
                  </a:lnTo>
                  <a:lnTo>
                    <a:pt x="1188803" y="85348"/>
                  </a:lnTo>
                  <a:lnTo>
                    <a:pt x="1185434" y="148644"/>
                  </a:lnTo>
                  <a:lnTo>
                    <a:pt x="1175327" y="194789"/>
                  </a:lnTo>
                  <a:lnTo>
                    <a:pt x="1146843" y="237132"/>
                  </a:lnTo>
                  <a:lnTo>
                    <a:pt x="1133674" y="245018"/>
                  </a:lnTo>
                  <a:lnTo>
                    <a:pt x="1150008" y="306273"/>
                  </a:lnTo>
                  <a:lnTo>
                    <a:pt x="1181835" y="294558"/>
                  </a:lnTo>
                  <a:lnTo>
                    <a:pt x="1208302" y="274523"/>
                  </a:lnTo>
                  <a:lnTo>
                    <a:pt x="1229410" y="246167"/>
                  </a:lnTo>
                  <a:lnTo>
                    <a:pt x="1245157" y="209490"/>
                  </a:lnTo>
                  <a:lnTo>
                    <a:pt x="1350107" y="209490"/>
                  </a:lnTo>
                  <a:lnTo>
                    <a:pt x="1350107" y="191931"/>
                  </a:lnTo>
                  <a:lnTo>
                    <a:pt x="1250058" y="191931"/>
                  </a:lnTo>
                  <a:lnTo>
                    <a:pt x="1253248" y="177842"/>
                  </a:lnTo>
                  <a:lnTo>
                    <a:pt x="1255877" y="162937"/>
                  </a:lnTo>
                  <a:lnTo>
                    <a:pt x="1257944" y="147215"/>
                  </a:lnTo>
                  <a:lnTo>
                    <a:pt x="1259450" y="130676"/>
                  </a:lnTo>
                  <a:lnTo>
                    <a:pt x="1350107" y="130676"/>
                  </a:lnTo>
                  <a:lnTo>
                    <a:pt x="1350107" y="69421"/>
                  </a:lnTo>
                  <a:lnTo>
                    <a:pt x="1261083" y="69421"/>
                  </a:lnTo>
                  <a:lnTo>
                    <a:pt x="1261083" y="12250"/>
                  </a:lnTo>
                  <a:close/>
                </a:path>
                <a:path w="2233929" h="318770">
                  <a:moveTo>
                    <a:pt x="1350107" y="130676"/>
                  </a:moveTo>
                  <a:lnTo>
                    <a:pt x="1277418" y="130676"/>
                  </a:lnTo>
                  <a:lnTo>
                    <a:pt x="1277418" y="191931"/>
                  </a:lnTo>
                  <a:lnTo>
                    <a:pt x="1350107" y="191931"/>
                  </a:lnTo>
                  <a:lnTo>
                    <a:pt x="1350107" y="130676"/>
                  </a:lnTo>
                  <a:close/>
                </a:path>
                <a:path w="2233929" h="318770">
                  <a:moveTo>
                    <a:pt x="1350107" y="8167"/>
                  </a:moveTo>
                  <a:lnTo>
                    <a:pt x="1277418" y="8167"/>
                  </a:lnTo>
                  <a:lnTo>
                    <a:pt x="1277418" y="69421"/>
                  </a:lnTo>
                  <a:lnTo>
                    <a:pt x="1350107" y="69421"/>
                  </a:lnTo>
                  <a:lnTo>
                    <a:pt x="1350107" y="8167"/>
                  </a:lnTo>
                  <a:close/>
                </a:path>
                <a:path w="2233929" h="318770">
                  <a:moveTo>
                    <a:pt x="1435863" y="8167"/>
                  </a:moveTo>
                  <a:lnTo>
                    <a:pt x="1363174" y="8167"/>
                  </a:lnTo>
                  <a:lnTo>
                    <a:pt x="1363174" y="318524"/>
                  </a:lnTo>
                  <a:lnTo>
                    <a:pt x="1435863" y="318524"/>
                  </a:lnTo>
                  <a:lnTo>
                    <a:pt x="1435863" y="8167"/>
                  </a:lnTo>
                  <a:close/>
                </a:path>
                <a:path w="2233929" h="318770">
                  <a:moveTo>
                    <a:pt x="1901160" y="245018"/>
                  </a:moveTo>
                  <a:lnTo>
                    <a:pt x="1607137" y="245018"/>
                  </a:lnTo>
                  <a:lnTo>
                    <a:pt x="1607137" y="306273"/>
                  </a:lnTo>
                  <a:lnTo>
                    <a:pt x="1901160" y="306273"/>
                  </a:lnTo>
                  <a:lnTo>
                    <a:pt x="1901160" y="245018"/>
                  </a:lnTo>
                  <a:close/>
                </a:path>
                <a:path w="2233929" h="318770">
                  <a:moveTo>
                    <a:pt x="1792535" y="226642"/>
                  </a:moveTo>
                  <a:lnTo>
                    <a:pt x="1715762" y="226642"/>
                  </a:lnTo>
                  <a:lnTo>
                    <a:pt x="1715762" y="245018"/>
                  </a:lnTo>
                  <a:lnTo>
                    <a:pt x="1792535" y="245018"/>
                  </a:lnTo>
                  <a:lnTo>
                    <a:pt x="1792535" y="226642"/>
                  </a:lnTo>
                  <a:close/>
                </a:path>
                <a:path w="2233929" h="318770">
                  <a:moveTo>
                    <a:pt x="1892992" y="12250"/>
                  </a:moveTo>
                  <a:lnTo>
                    <a:pt x="1615304" y="12250"/>
                  </a:lnTo>
                  <a:lnTo>
                    <a:pt x="1615304" y="73505"/>
                  </a:lnTo>
                  <a:lnTo>
                    <a:pt x="1820304" y="73505"/>
                  </a:lnTo>
                  <a:lnTo>
                    <a:pt x="1820304" y="89023"/>
                  </a:lnTo>
                  <a:lnTo>
                    <a:pt x="1615304" y="89023"/>
                  </a:lnTo>
                  <a:lnTo>
                    <a:pt x="1615304" y="226642"/>
                  </a:lnTo>
                  <a:lnTo>
                    <a:pt x="1897076" y="226642"/>
                  </a:lnTo>
                  <a:lnTo>
                    <a:pt x="1897076" y="165387"/>
                  </a:lnTo>
                  <a:lnTo>
                    <a:pt x="1687585" y="165387"/>
                  </a:lnTo>
                  <a:lnTo>
                    <a:pt x="1687585" y="150278"/>
                  </a:lnTo>
                  <a:lnTo>
                    <a:pt x="1892992" y="150278"/>
                  </a:lnTo>
                  <a:lnTo>
                    <a:pt x="1892992" y="12250"/>
                  </a:lnTo>
                  <a:close/>
                </a:path>
                <a:path w="2233929" h="318770">
                  <a:moveTo>
                    <a:pt x="2233913" y="8167"/>
                  </a:moveTo>
                  <a:lnTo>
                    <a:pt x="2157141" y="8167"/>
                  </a:lnTo>
                  <a:lnTo>
                    <a:pt x="2157141" y="183764"/>
                  </a:lnTo>
                  <a:lnTo>
                    <a:pt x="2233913" y="183764"/>
                  </a:lnTo>
                  <a:lnTo>
                    <a:pt x="2233913" y="8167"/>
                  </a:lnTo>
                  <a:close/>
                </a:path>
                <a:path w="2233929" h="318770">
                  <a:moveTo>
                    <a:pt x="2079551" y="72688"/>
                  </a:moveTo>
                  <a:lnTo>
                    <a:pt x="1999103" y="72688"/>
                  </a:lnTo>
                  <a:lnTo>
                    <a:pt x="1995990" y="84863"/>
                  </a:lnTo>
                  <a:lnTo>
                    <a:pt x="1991549" y="95251"/>
                  </a:lnTo>
                  <a:lnTo>
                    <a:pt x="1961738" y="119548"/>
                  </a:lnTo>
                  <a:lnTo>
                    <a:pt x="1941932" y="122509"/>
                  </a:lnTo>
                  <a:lnTo>
                    <a:pt x="1954183" y="183764"/>
                  </a:lnTo>
                  <a:lnTo>
                    <a:pt x="1999920" y="174371"/>
                  </a:lnTo>
                  <a:lnTo>
                    <a:pt x="2039531" y="147827"/>
                  </a:lnTo>
                  <a:lnTo>
                    <a:pt x="2131658" y="147827"/>
                  </a:lnTo>
                  <a:lnTo>
                    <a:pt x="2136722" y="122509"/>
                  </a:lnTo>
                  <a:lnTo>
                    <a:pt x="2126462" y="121769"/>
                  </a:lnTo>
                  <a:lnTo>
                    <a:pt x="2116916" y="119548"/>
                  </a:lnTo>
                  <a:lnTo>
                    <a:pt x="2087106" y="95251"/>
                  </a:lnTo>
                  <a:lnTo>
                    <a:pt x="2082665" y="84863"/>
                  </a:lnTo>
                  <a:lnTo>
                    <a:pt x="2079551" y="72688"/>
                  </a:lnTo>
                  <a:close/>
                </a:path>
                <a:path w="2233929" h="318770">
                  <a:moveTo>
                    <a:pt x="2131658" y="147827"/>
                  </a:moveTo>
                  <a:lnTo>
                    <a:pt x="2039531" y="147827"/>
                  </a:lnTo>
                  <a:lnTo>
                    <a:pt x="2048235" y="155918"/>
                  </a:lnTo>
                  <a:lnTo>
                    <a:pt x="2057602" y="163039"/>
                  </a:lnTo>
                  <a:lnTo>
                    <a:pt x="2101092" y="181415"/>
                  </a:lnTo>
                  <a:lnTo>
                    <a:pt x="2124471" y="183764"/>
                  </a:lnTo>
                  <a:lnTo>
                    <a:pt x="2131658" y="147827"/>
                  </a:lnTo>
                  <a:close/>
                </a:path>
                <a:path w="2233929" h="318770">
                  <a:moveTo>
                    <a:pt x="2130188" y="11434"/>
                  </a:moveTo>
                  <a:lnTo>
                    <a:pt x="1948058" y="11434"/>
                  </a:lnTo>
                  <a:lnTo>
                    <a:pt x="1948058" y="72688"/>
                  </a:lnTo>
                  <a:lnTo>
                    <a:pt x="2130188" y="72688"/>
                  </a:lnTo>
                  <a:lnTo>
                    <a:pt x="2130188" y="11434"/>
                  </a:lnTo>
                  <a:close/>
                </a:path>
                <a:path w="2233929" h="318770">
                  <a:moveTo>
                    <a:pt x="2233913" y="202140"/>
                  </a:moveTo>
                  <a:lnTo>
                    <a:pt x="1956225" y="202140"/>
                  </a:lnTo>
                  <a:lnTo>
                    <a:pt x="1956225" y="263395"/>
                  </a:lnTo>
                  <a:lnTo>
                    <a:pt x="2157141" y="263395"/>
                  </a:lnTo>
                  <a:lnTo>
                    <a:pt x="2157141" y="318524"/>
                  </a:lnTo>
                  <a:lnTo>
                    <a:pt x="2233913" y="318524"/>
                  </a:lnTo>
                  <a:lnTo>
                    <a:pt x="2233913" y="2021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14711593" y="2942318"/>
            <a:ext cx="1937385" cy="575945"/>
            <a:chOff x="14711593" y="2942318"/>
            <a:chExt cx="1937385" cy="575945"/>
          </a:xfrm>
        </p:grpSpPr>
        <p:sp>
          <p:nvSpPr>
            <p:cNvPr id="30" name="object 30"/>
            <p:cNvSpPr/>
            <p:nvPr/>
          </p:nvSpPr>
          <p:spPr>
            <a:xfrm>
              <a:off x="14711593" y="2942318"/>
              <a:ext cx="1937385" cy="575945"/>
            </a:xfrm>
            <a:custGeom>
              <a:avLst/>
              <a:gdLst/>
              <a:ahLst/>
              <a:cxnLst/>
              <a:rect l="l" t="t" r="r" b="b"/>
              <a:pathLst>
                <a:path w="1937384" h="575945">
                  <a:moveTo>
                    <a:pt x="1937113" y="0"/>
                  </a:moveTo>
                  <a:lnTo>
                    <a:pt x="0" y="0"/>
                  </a:lnTo>
                  <a:lnTo>
                    <a:pt x="0" y="575898"/>
                  </a:lnTo>
                  <a:lnTo>
                    <a:pt x="1937113" y="575898"/>
                  </a:lnTo>
                  <a:lnTo>
                    <a:pt x="1937113" y="0"/>
                  </a:lnTo>
                  <a:close/>
                </a:path>
              </a:pathLst>
            </a:custGeom>
            <a:solidFill>
              <a:srgbClr val="232D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4830333" y="3008096"/>
              <a:ext cx="1783714" cy="311785"/>
            </a:xfrm>
            <a:custGeom>
              <a:avLst/>
              <a:gdLst/>
              <a:ahLst/>
              <a:cxnLst/>
              <a:rect l="l" t="t" r="r" b="b"/>
              <a:pathLst>
                <a:path w="1783715" h="311785">
                  <a:moveTo>
                    <a:pt x="289938" y="0"/>
                  </a:moveTo>
                  <a:lnTo>
                    <a:pt x="213166" y="0"/>
                  </a:lnTo>
                  <a:lnTo>
                    <a:pt x="213166" y="311173"/>
                  </a:lnTo>
                  <a:lnTo>
                    <a:pt x="289938" y="311173"/>
                  </a:lnTo>
                  <a:lnTo>
                    <a:pt x="289938" y="184172"/>
                  </a:lnTo>
                  <a:lnTo>
                    <a:pt x="320566" y="184172"/>
                  </a:lnTo>
                  <a:lnTo>
                    <a:pt x="320566" y="122917"/>
                  </a:lnTo>
                  <a:lnTo>
                    <a:pt x="289938" y="122917"/>
                  </a:lnTo>
                  <a:lnTo>
                    <a:pt x="289938" y="0"/>
                  </a:lnTo>
                  <a:close/>
                </a:path>
                <a:path w="1783715" h="311785">
                  <a:moveTo>
                    <a:pt x="136393" y="66155"/>
                  </a:moveTo>
                  <a:lnTo>
                    <a:pt x="58396" y="66155"/>
                  </a:lnTo>
                  <a:lnTo>
                    <a:pt x="55741" y="79554"/>
                  </a:lnTo>
                  <a:lnTo>
                    <a:pt x="51453" y="91167"/>
                  </a:lnTo>
                  <a:lnTo>
                    <a:pt x="20316" y="119752"/>
                  </a:lnTo>
                  <a:lnTo>
                    <a:pt x="0" y="123326"/>
                  </a:lnTo>
                  <a:lnTo>
                    <a:pt x="16334" y="184580"/>
                  </a:lnTo>
                  <a:lnTo>
                    <a:pt x="60029" y="176005"/>
                  </a:lnTo>
                  <a:lnTo>
                    <a:pt x="97599" y="150686"/>
                  </a:lnTo>
                  <a:lnTo>
                    <a:pt x="187493" y="150686"/>
                  </a:lnTo>
                  <a:lnTo>
                    <a:pt x="194789" y="123326"/>
                  </a:lnTo>
                  <a:lnTo>
                    <a:pt x="184274" y="122432"/>
                  </a:lnTo>
                  <a:lnTo>
                    <a:pt x="174371" y="119752"/>
                  </a:lnTo>
                  <a:lnTo>
                    <a:pt x="143233" y="91167"/>
                  </a:lnTo>
                  <a:lnTo>
                    <a:pt x="139022" y="79554"/>
                  </a:lnTo>
                  <a:lnTo>
                    <a:pt x="136393" y="66155"/>
                  </a:lnTo>
                  <a:close/>
                </a:path>
                <a:path w="1783715" h="311785">
                  <a:moveTo>
                    <a:pt x="187493" y="150686"/>
                  </a:moveTo>
                  <a:lnTo>
                    <a:pt x="97599" y="150686"/>
                  </a:lnTo>
                  <a:lnTo>
                    <a:pt x="105868" y="158394"/>
                  </a:lnTo>
                  <a:lnTo>
                    <a:pt x="145071" y="179756"/>
                  </a:lnTo>
                  <a:lnTo>
                    <a:pt x="178455" y="184580"/>
                  </a:lnTo>
                  <a:lnTo>
                    <a:pt x="187493" y="150686"/>
                  </a:lnTo>
                  <a:close/>
                </a:path>
                <a:path w="1783715" h="311785">
                  <a:moveTo>
                    <a:pt x="190706" y="4900"/>
                  </a:moveTo>
                  <a:lnTo>
                    <a:pt x="4083" y="4900"/>
                  </a:lnTo>
                  <a:lnTo>
                    <a:pt x="4083" y="66155"/>
                  </a:lnTo>
                  <a:lnTo>
                    <a:pt x="190706" y="66155"/>
                  </a:lnTo>
                  <a:lnTo>
                    <a:pt x="190706" y="4900"/>
                  </a:lnTo>
                  <a:close/>
                </a:path>
                <a:path w="1783715" h="311785">
                  <a:moveTo>
                    <a:pt x="200915" y="237668"/>
                  </a:moveTo>
                  <a:lnTo>
                    <a:pt x="0" y="237668"/>
                  </a:lnTo>
                  <a:lnTo>
                    <a:pt x="0" y="298922"/>
                  </a:lnTo>
                  <a:lnTo>
                    <a:pt x="200915" y="298922"/>
                  </a:lnTo>
                  <a:lnTo>
                    <a:pt x="200915" y="237668"/>
                  </a:lnTo>
                  <a:close/>
                </a:path>
                <a:path w="1783715" h="311785">
                  <a:moveTo>
                    <a:pt x="133535" y="192748"/>
                  </a:moveTo>
                  <a:lnTo>
                    <a:pt x="60029" y="192748"/>
                  </a:lnTo>
                  <a:lnTo>
                    <a:pt x="60029" y="237668"/>
                  </a:lnTo>
                  <a:lnTo>
                    <a:pt x="133535" y="237668"/>
                  </a:lnTo>
                  <a:lnTo>
                    <a:pt x="133535" y="192748"/>
                  </a:lnTo>
                  <a:close/>
                </a:path>
                <a:path w="1783715" h="311785">
                  <a:moveTo>
                    <a:pt x="630811" y="4083"/>
                  </a:moveTo>
                  <a:lnTo>
                    <a:pt x="353123" y="4083"/>
                  </a:lnTo>
                  <a:lnTo>
                    <a:pt x="353123" y="65746"/>
                  </a:lnTo>
                  <a:lnTo>
                    <a:pt x="630811" y="65746"/>
                  </a:lnTo>
                  <a:lnTo>
                    <a:pt x="630811" y="4083"/>
                  </a:lnTo>
                  <a:close/>
                </a:path>
                <a:path w="1783715" h="311785">
                  <a:moveTo>
                    <a:pt x="630811" y="124959"/>
                  </a:moveTo>
                  <a:lnTo>
                    <a:pt x="353123" y="124959"/>
                  </a:lnTo>
                  <a:lnTo>
                    <a:pt x="353123" y="186214"/>
                  </a:lnTo>
                  <a:lnTo>
                    <a:pt x="630811" y="186214"/>
                  </a:lnTo>
                  <a:lnTo>
                    <a:pt x="630811" y="124959"/>
                  </a:lnTo>
                  <a:close/>
                </a:path>
                <a:path w="1783715" h="311785">
                  <a:moveTo>
                    <a:pt x="465423" y="80856"/>
                  </a:moveTo>
                  <a:lnTo>
                    <a:pt x="388651" y="80856"/>
                  </a:lnTo>
                  <a:lnTo>
                    <a:pt x="391918" y="124959"/>
                  </a:lnTo>
                  <a:lnTo>
                    <a:pt x="468690" y="124959"/>
                  </a:lnTo>
                  <a:lnTo>
                    <a:pt x="465423" y="80856"/>
                  </a:lnTo>
                  <a:close/>
                </a:path>
                <a:path w="1783715" h="311785">
                  <a:moveTo>
                    <a:pt x="595283" y="80856"/>
                  </a:moveTo>
                  <a:lnTo>
                    <a:pt x="518511" y="80856"/>
                  </a:lnTo>
                  <a:lnTo>
                    <a:pt x="515244" y="124959"/>
                  </a:lnTo>
                  <a:lnTo>
                    <a:pt x="592016" y="124959"/>
                  </a:lnTo>
                  <a:lnTo>
                    <a:pt x="595283" y="80856"/>
                  </a:lnTo>
                  <a:close/>
                </a:path>
                <a:path w="1783715" h="311785">
                  <a:moveTo>
                    <a:pt x="638978" y="237668"/>
                  </a:moveTo>
                  <a:lnTo>
                    <a:pt x="344956" y="237668"/>
                  </a:lnTo>
                  <a:lnTo>
                    <a:pt x="344956" y="298922"/>
                  </a:lnTo>
                  <a:lnTo>
                    <a:pt x="638978" y="298922"/>
                  </a:lnTo>
                  <a:lnTo>
                    <a:pt x="638978" y="237668"/>
                  </a:lnTo>
                  <a:close/>
                </a:path>
                <a:path w="1783715" h="311785">
                  <a:moveTo>
                    <a:pt x="469507" y="200915"/>
                  </a:moveTo>
                  <a:lnTo>
                    <a:pt x="391918" y="200915"/>
                  </a:lnTo>
                  <a:lnTo>
                    <a:pt x="391918" y="237668"/>
                  </a:lnTo>
                  <a:lnTo>
                    <a:pt x="469507" y="237668"/>
                  </a:lnTo>
                  <a:lnTo>
                    <a:pt x="469507" y="200915"/>
                  </a:lnTo>
                  <a:close/>
                </a:path>
                <a:path w="1783715" h="311785">
                  <a:moveTo>
                    <a:pt x="592016" y="200915"/>
                  </a:moveTo>
                  <a:lnTo>
                    <a:pt x="514427" y="200915"/>
                  </a:lnTo>
                  <a:lnTo>
                    <a:pt x="514427" y="237668"/>
                  </a:lnTo>
                  <a:lnTo>
                    <a:pt x="592016" y="237668"/>
                  </a:lnTo>
                  <a:lnTo>
                    <a:pt x="592016" y="200915"/>
                  </a:lnTo>
                  <a:close/>
                </a:path>
                <a:path w="1783715" h="311785">
                  <a:moveTo>
                    <a:pt x="1096203" y="816"/>
                  </a:moveTo>
                  <a:lnTo>
                    <a:pt x="1019430" y="816"/>
                  </a:lnTo>
                  <a:lnTo>
                    <a:pt x="1019430" y="311173"/>
                  </a:lnTo>
                  <a:lnTo>
                    <a:pt x="1096203" y="311173"/>
                  </a:lnTo>
                  <a:lnTo>
                    <a:pt x="1096203" y="816"/>
                  </a:lnTo>
                  <a:close/>
                </a:path>
                <a:path w="1783715" h="311785">
                  <a:moveTo>
                    <a:pt x="937758" y="4900"/>
                  </a:moveTo>
                  <a:lnTo>
                    <a:pt x="865477" y="4900"/>
                  </a:lnTo>
                  <a:lnTo>
                    <a:pt x="865477" y="77997"/>
                  </a:lnTo>
                  <a:lnTo>
                    <a:pt x="864507" y="111304"/>
                  </a:lnTo>
                  <a:lnTo>
                    <a:pt x="856748" y="167046"/>
                  </a:lnTo>
                  <a:lnTo>
                    <a:pt x="841154" y="207704"/>
                  </a:lnTo>
                  <a:lnTo>
                    <a:pt x="802181" y="233584"/>
                  </a:lnTo>
                  <a:lnTo>
                    <a:pt x="818515" y="298922"/>
                  </a:lnTo>
                  <a:lnTo>
                    <a:pt x="862619" y="282996"/>
                  </a:lnTo>
                  <a:lnTo>
                    <a:pt x="892940" y="253594"/>
                  </a:lnTo>
                  <a:lnTo>
                    <a:pt x="901822" y="240526"/>
                  </a:lnTo>
                  <a:lnTo>
                    <a:pt x="999319" y="240526"/>
                  </a:lnTo>
                  <a:lnTo>
                    <a:pt x="1001054" y="233584"/>
                  </a:lnTo>
                  <a:lnTo>
                    <a:pt x="992274" y="231440"/>
                  </a:lnTo>
                  <a:lnTo>
                    <a:pt x="983903" y="227050"/>
                  </a:lnTo>
                  <a:lnTo>
                    <a:pt x="955624" y="187847"/>
                  </a:lnTo>
                  <a:lnTo>
                    <a:pt x="942352" y="138869"/>
                  </a:lnTo>
                  <a:lnTo>
                    <a:pt x="938268" y="99462"/>
                  </a:lnTo>
                  <a:lnTo>
                    <a:pt x="937758" y="77997"/>
                  </a:lnTo>
                  <a:lnTo>
                    <a:pt x="937758" y="4900"/>
                  </a:lnTo>
                  <a:close/>
                </a:path>
                <a:path w="1783715" h="311785">
                  <a:moveTo>
                    <a:pt x="999319" y="240526"/>
                  </a:moveTo>
                  <a:lnTo>
                    <a:pt x="901822" y="240526"/>
                  </a:lnTo>
                  <a:lnTo>
                    <a:pt x="910525" y="253594"/>
                  </a:lnTo>
                  <a:lnTo>
                    <a:pt x="940616" y="282996"/>
                  </a:lnTo>
                  <a:lnTo>
                    <a:pt x="984720" y="298922"/>
                  </a:lnTo>
                  <a:lnTo>
                    <a:pt x="999319" y="240526"/>
                  </a:lnTo>
                  <a:close/>
                </a:path>
                <a:path w="1783715" h="311785">
                  <a:moveTo>
                    <a:pt x="1330732" y="816"/>
                  </a:moveTo>
                  <a:lnTo>
                    <a:pt x="1253959" y="816"/>
                  </a:lnTo>
                  <a:lnTo>
                    <a:pt x="1252530" y="18529"/>
                  </a:lnTo>
                  <a:lnTo>
                    <a:pt x="1249467" y="35323"/>
                  </a:lnTo>
                  <a:lnTo>
                    <a:pt x="1230861" y="79733"/>
                  </a:lnTo>
                  <a:lnTo>
                    <a:pt x="1200464" y="111891"/>
                  </a:lnTo>
                  <a:lnTo>
                    <a:pt x="1160418" y="129119"/>
                  </a:lnTo>
                  <a:lnTo>
                    <a:pt x="1145334" y="131085"/>
                  </a:lnTo>
                  <a:lnTo>
                    <a:pt x="1161669" y="188256"/>
                  </a:lnTo>
                  <a:lnTo>
                    <a:pt x="1200668" y="181211"/>
                  </a:lnTo>
                  <a:lnTo>
                    <a:pt x="1235991" y="166612"/>
                  </a:lnTo>
                  <a:lnTo>
                    <a:pt x="1280401" y="132386"/>
                  </a:lnTo>
                  <a:lnTo>
                    <a:pt x="1292346" y="118017"/>
                  </a:lnTo>
                  <a:lnTo>
                    <a:pt x="1394246" y="118017"/>
                  </a:lnTo>
                  <a:lnTo>
                    <a:pt x="1362584" y="91882"/>
                  </a:lnTo>
                  <a:lnTo>
                    <a:pt x="1339690" y="51198"/>
                  </a:lnTo>
                  <a:lnTo>
                    <a:pt x="1332136" y="18529"/>
                  </a:lnTo>
                  <a:lnTo>
                    <a:pt x="1330732" y="816"/>
                  </a:lnTo>
                  <a:close/>
                </a:path>
                <a:path w="1783715" h="311785">
                  <a:moveTo>
                    <a:pt x="1394246" y="118017"/>
                  </a:moveTo>
                  <a:lnTo>
                    <a:pt x="1292346" y="118017"/>
                  </a:lnTo>
                  <a:lnTo>
                    <a:pt x="1304265" y="132386"/>
                  </a:lnTo>
                  <a:lnTo>
                    <a:pt x="1348292" y="166612"/>
                  </a:lnTo>
                  <a:lnTo>
                    <a:pt x="1383921" y="181211"/>
                  </a:lnTo>
                  <a:lnTo>
                    <a:pt x="1423022" y="188256"/>
                  </a:lnTo>
                  <a:lnTo>
                    <a:pt x="1439357" y="131085"/>
                  </a:lnTo>
                  <a:lnTo>
                    <a:pt x="1424273" y="129119"/>
                  </a:lnTo>
                  <a:lnTo>
                    <a:pt x="1410057" y="125265"/>
                  </a:lnTo>
                  <a:lnTo>
                    <a:pt x="1396708" y="119523"/>
                  </a:lnTo>
                  <a:lnTo>
                    <a:pt x="1394246" y="118017"/>
                  </a:lnTo>
                  <a:close/>
                </a:path>
                <a:path w="1783715" h="311785">
                  <a:moveTo>
                    <a:pt x="1439357" y="237668"/>
                  </a:moveTo>
                  <a:lnTo>
                    <a:pt x="1145334" y="237668"/>
                  </a:lnTo>
                  <a:lnTo>
                    <a:pt x="1145334" y="298922"/>
                  </a:lnTo>
                  <a:lnTo>
                    <a:pt x="1439357" y="298922"/>
                  </a:lnTo>
                  <a:lnTo>
                    <a:pt x="1439357" y="237668"/>
                  </a:lnTo>
                  <a:close/>
                </a:path>
                <a:path w="1783715" h="311785">
                  <a:moveTo>
                    <a:pt x="1697379" y="816"/>
                  </a:moveTo>
                  <a:lnTo>
                    <a:pt x="1624691" y="816"/>
                  </a:lnTo>
                  <a:lnTo>
                    <a:pt x="1624691" y="47778"/>
                  </a:lnTo>
                  <a:lnTo>
                    <a:pt x="1607539" y="47778"/>
                  </a:lnTo>
                  <a:lnTo>
                    <a:pt x="1607539" y="109033"/>
                  </a:lnTo>
                  <a:lnTo>
                    <a:pt x="1624691" y="109033"/>
                  </a:lnTo>
                  <a:lnTo>
                    <a:pt x="1624691" y="171104"/>
                  </a:lnTo>
                  <a:lnTo>
                    <a:pt x="1697379" y="171104"/>
                  </a:lnTo>
                  <a:lnTo>
                    <a:pt x="1697379" y="816"/>
                  </a:lnTo>
                  <a:close/>
                </a:path>
                <a:path w="1783715" h="311785">
                  <a:moveTo>
                    <a:pt x="1596105" y="4083"/>
                  </a:moveTo>
                  <a:lnTo>
                    <a:pt x="1488297" y="4083"/>
                  </a:lnTo>
                  <a:lnTo>
                    <a:pt x="1488297" y="169471"/>
                  </a:lnTo>
                  <a:lnTo>
                    <a:pt x="1607539" y="169471"/>
                  </a:lnTo>
                  <a:lnTo>
                    <a:pt x="1607539" y="123326"/>
                  </a:lnTo>
                  <a:lnTo>
                    <a:pt x="1560986" y="123326"/>
                  </a:lnTo>
                  <a:lnTo>
                    <a:pt x="1560986" y="109033"/>
                  </a:lnTo>
                  <a:lnTo>
                    <a:pt x="1596105" y="109033"/>
                  </a:lnTo>
                  <a:lnTo>
                    <a:pt x="1596105" y="64113"/>
                  </a:lnTo>
                  <a:lnTo>
                    <a:pt x="1560986" y="64113"/>
                  </a:lnTo>
                  <a:lnTo>
                    <a:pt x="1560986" y="50228"/>
                  </a:lnTo>
                  <a:lnTo>
                    <a:pt x="1596105" y="50228"/>
                  </a:lnTo>
                  <a:lnTo>
                    <a:pt x="1596105" y="4083"/>
                  </a:lnTo>
                  <a:close/>
                </a:path>
                <a:path w="1783715" h="311785">
                  <a:moveTo>
                    <a:pt x="1782319" y="816"/>
                  </a:moveTo>
                  <a:lnTo>
                    <a:pt x="1709630" y="816"/>
                  </a:lnTo>
                  <a:lnTo>
                    <a:pt x="1709630" y="171104"/>
                  </a:lnTo>
                  <a:lnTo>
                    <a:pt x="1782319" y="171104"/>
                  </a:lnTo>
                  <a:lnTo>
                    <a:pt x="1782319" y="816"/>
                  </a:lnTo>
                  <a:close/>
                </a:path>
                <a:path w="1783715" h="311785">
                  <a:moveTo>
                    <a:pt x="1783136" y="183355"/>
                  </a:moveTo>
                  <a:lnTo>
                    <a:pt x="1504631" y="183355"/>
                  </a:lnTo>
                  <a:lnTo>
                    <a:pt x="1504631" y="311173"/>
                  </a:lnTo>
                  <a:lnTo>
                    <a:pt x="1783136" y="311173"/>
                  </a:lnTo>
                  <a:lnTo>
                    <a:pt x="1783136" y="256044"/>
                  </a:lnTo>
                  <a:lnTo>
                    <a:pt x="1581404" y="256044"/>
                  </a:lnTo>
                  <a:lnTo>
                    <a:pt x="1581404" y="238484"/>
                  </a:lnTo>
                  <a:lnTo>
                    <a:pt x="1783136" y="238484"/>
                  </a:lnTo>
                  <a:lnTo>
                    <a:pt x="1783136" y="183355"/>
                  </a:lnTo>
                  <a:close/>
                </a:path>
                <a:path w="1783715" h="311785">
                  <a:moveTo>
                    <a:pt x="1783136" y="238484"/>
                  </a:moveTo>
                  <a:lnTo>
                    <a:pt x="1706363" y="238484"/>
                  </a:lnTo>
                  <a:lnTo>
                    <a:pt x="1706363" y="256044"/>
                  </a:lnTo>
                  <a:lnTo>
                    <a:pt x="1783136" y="256044"/>
                  </a:lnTo>
                  <a:lnTo>
                    <a:pt x="1783136" y="23848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7588773" y="3832343"/>
            <a:ext cx="5321935" cy="3267075"/>
            <a:chOff x="7588773" y="3832343"/>
            <a:chExt cx="5321935" cy="3267075"/>
          </a:xfrm>
        </p:grpSpPr>
        <p:pic>
          <p:nvPicPr>
            <p:cNvPr id="33" name="object 3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588773" y="3832343"/>
              <a:ext cx="1968526" cy="326691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282470" y="3832343"/>
              <a:ext cx="4628131" cy="326691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591391" y="5130733"/>
              <a:ext cx="2335007" cy="554956"/>
            </a:xfrm>
            <a:prstGeom prst="rect">
              <a:avLst/>
            </a:prstGeom>
          </p:spPr>
        </p:pic>
      </p:grpSp>
      <p:pic>
        <p:nvPicPr>
          <p:cNvPr id="36" name="object 3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353917" y="7996824"/>
            <a:ext cx="2476292" cy="15233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973487" y="3329741"/>
            <a:ext cx="7800975" cy="6136005"/>
            <a:chOff x="10973487" y="3329741"/>
            <a:chExt cx="7800975" cy="61360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73487" y="3329741"/>
              <a:ext cx="7800809" cy="613593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4837942" y="5800832"/>
              <a:ext cx="242570" cy="412750"/>
            </a:xfrm>
            <a:custGeom>
              <a:avLst/>
              <a:gdLst/>
              <a:ahLst/>
              <a:cxnLst/>
              <a:rect l="l" t="t" r="r" b="b"/>
              <a:pathLst>
                <a:path w="242569" h="412750">
                  <a:moveTo>
                    <a:pt x="226279" y="49574"/>
                  </a:moveTo>
                  <a:lnTo>
                    <a:pt x="121969" y="49574"/>
                  </a:lnTo>
                  <a:lnTo>
                    <a:pt x="130134" y="50017"/>
                  </a:lnTo>
                  <a:lnTo>
                    <a:pt x="137904" y="51345"/>
                  </a:lnTo>
                  <a:lnTo>
                    <a:pt x="174298" y="76329"/>
                  </a:lnTo>
                  <a:lnTo>
                    <a:pt x="182561" y="106625"/>
                  </a:lnTo>
                  <a:lnTo>
                    <a:pt x="182217" y="113744"/>
                  </a:lnTo>
                  <a:lnTo>
                    <a:pt x="166577" y="149634"/>
                  </a:lnTo>
                  <a:lnTo>
                    <a:pt x="132039" y="176807"/>
                  </a:lnTo>
                  <a:lnTo>
                    <a:pt x="123888" y="182758"/>
                  </a:lnTo>
                  <a:lnTo>
                    <a:pt x="98067" y="210988"/>
                  </a:lnTo>
                  <a:lnTo>
                    <a:pt x="84247" y="255940"/>
                  </a:lnTo>
                  <a:lnTo>
                    <a:pt x="82231" y="288793"/>
                  </a:lnTo>
                  <a:lnTo>
                    <a:pt x="82231" y="292531"/>
                  </a:lnTo>
                  <a:lnTo>
                    <a:pt x="138494" y="292531"/>
                  </a:lnTo>
                  <a:lnTo>
                    <a:pt x="138494" y="288793"/>
                  </a:lnTo>
                  <a:lnTo>
                    <a:pt x="138962" y="277936"/>
                  </a:lnTo>
                  <a:lnTo>
                    <a:pt x="149708" y="236513"/>
                  </a:lnTo>
                  <a:lnTo>
                    <a:pt x="177741" y="207889"/>
                  </a:lnTo>
                  <a:lnTo>
                    <a:pt x="194242" y="197119"/>
                  </a:lnTo>
                  <a:lnTo>
                    <a:pt x="202135" y="191217"/>
                  </a:lnTo>
                  <a:lnTo>
                    <a:pt x="231865" y="155474"/>
                  </a:lnTo>
                  <a:lnTo>
                    <a:pt x="242132" y="117961"/>
                  </a:lnTo>
                  <a:lnTo>
                    <a:pt x="242526" y="106625"/>
                  </a:lnTo>
                  <a:lnTo>
                    <a:pt x="241616" y="91686"/>
                  </a:lnTo>
                  <a:lnTo>
                    <a:pt x="238775" y="77165"/>
                  </a:lnTo>
                  <a:lnTo>
                    <a:pt x="234042" y="63653"/>
                  </a:lnTo>
                  <a:lnTo>
                    <a:pt x="227414" y="51148"/>
                  </a:lnTo>
                  <a:lnTo>
                    <a:pt x="226279" y="49574"/>
                  </a:lnTo>
                  <a:close/>
                </a:path>
                <a:path w="242569" h="412750">
                  <a:moveTo>
                    <a:pt x="121969" y="0"/>
                  </a:moveTo>
                  <a:lnTo>
                    <a:pt x="75604" y="7082"/>
                  </a:lnTo>
                  <a:lnTo>
                    <a:pt x="37082" y="28180"/>
                  </a:lnTo>
                  <a:lnTo>
                    <a:pt x="10586" y="62657"/>
                  </a:lnTo>
                  <a:lnTo>
                    <a:pt x="0" y="109576"/>
                  </a:lnTo>
                  <a:lnTo>
                    <a:pt x="59804" y="109576"/>
                  </a:lnTo>
                  <a:lnTo>
                    <a:pt x="60972" y="99629"/>
                  </a:lnTo>
                  <a:lnTo>
                    <a:pt x="63099" y="90641"/>
                  </a:lnTo>
                  <a:lnTo>
                    <a:pt x="86460" y="59460"/>
                  </a:lnTo>
                  <a:lnTo>
                    <a:pt x="121969" y="49574"/>
                  </a:lnTo>
                  <a:lnTo>
                    <a:pt x="226279" y="49574"/>
                  </a:lnTo>
                  <a:lnTo>
                    <a:pt x="219177" y="39726"/>
                  </a:lnTo>
                  <a:lnTo>
                    <a:pt x="185315" y="13574"/>
                  </a:lnTo>
                  <a:lnTo>
                    <a:pt x="139503" y="848"/>
                  </a:lnTo>
                  <a:lnTo>
                    <a:pt x="121969" y="0"/>
                  </a:lnTo>
                  <a:close/>
                </a:path>
                <a:path w="242569" h="412750">
                  <a:moveTo>
                    <a:pt x="111936" y="333646"/>
                  </a:moveTo>
                  <a:lnTo>
                    <a:pt x="75493" y="357844"/>
                  </a:lnTo>
                  <a:lnTo>
                    <a:pt x="72591" y="372795"/>
                  </a:lnTo>
                  <a:lnTo>
                    <a:pt x="73317" y="380664"/>
                  </a:lnTo>
                  <a:lnTo>
                    <a:pt x="104153" y="411427"/>
                  </a:lnTo>
                  <a:lnTo>
                    <a:pt x="111936" y="412140"/>
                  </a:lnTo>
                  <a:lnTo>
                    <a:pt x="119150" y="412140"/>
                  </a:lnTo>
                  <a:lnTo>
                    <a:pt x="125707" y="410369"/>
                  </a:lnTo>
                  <a:lnTo>
                    <a:pt x="137511" y="403287"/>
                  </a:lnTo>
                  <a:lnTo>
                    <a:pt x="142232" y="398566"/>
                  </a:lnTo>
                  <a:lnTo>
                    <a:pt x="145773" y="392664"/>
                  </a:lnTo>
                  <a:lnTo>
                    <a:pt x="149445" y="386631"/>
                  </a:lnTo>
                  <a:lnTo>
                    <a:pt x="151282" y="380008"/>
                  </a:lnTo>
                  <a:lnTo>
                    <a:pt x="151282" y="372795"/>
                  </a:lnTo>
                  <a:lnTo>
                    <a:pt x="126789" y="336548"/>
                  </a:lnTo>
                  <a:lnTo>
                    <a:pt x="119633" y="334372"/>
                  </a:lnTo>
                  <a:lnTo>
                    <a:pt x="111936" y="333646"/>
                  </a:lnTo>
                  <a:close/>
                </a:path>
              </a:pathLst>
            </a:custGeom>
            <a:solidFill>
              <a:srgbClr val="FF04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783195" y="4721218"/>
              <a:ext cx="2295525" cy="1381125"/>
            </a:xfrm>
            <a:custGeom>
              <a:avLst/>
              <a:gdLst/>
              <a:ahLst/>
              <a:cxnLst/>
              <a:rect l="l" t="t" r="r" b="b"/>
              <a:pathLst>
                <a:path w="2295525" h="1381125">
                  <a:moveTo>
                    <a:pt x="389039" y="221780"/>
                  </a:moveTo>
                  <a:lnTo>
                    <a:pt x="297002" y="221780"/>
                  </a:lnTo>
                  <a:lnTo>
                    <a:pt x="354164" y="167754"/>
                  </a:lnTo>
                  <a:lnTo>
                    <a:pt x="360743" y="161290"/>
                  </a:lnTo>
                  <a:lnTo>
                    <a:pt x="382828" y="123850"/>
                  </a:lnTo>
                  <a:lnTo>
                    <a:pt x="384949" y="106807"/>
                  </a:lnTo>
                  <a:lnTo>
                    <a:pt x="384949" y="98844"/>
                  </a:lnTo>
                  <a:lnTo>
                    <a:pt x="383273" y="90893"/>
                  </a:lnTo>
                  <a:lnTo>
                    <a:pt x="379831" y="82727"/>
                  </a:lnTo>
                  <a:lnTo>
                    <a:pt x="377748" y="78219"/>
                  </a:lnTo>
                  <a:lnTo>
                    <a:pt x="377240" y="77101"/>
                  </a:lnTo>
                  <a:lnTo>
                    <a:pt x="347548" y="48475"/>
                  </a:lnTo>
                  <a:lnTo>
                    <a:pt x="305790" y="38950"/>
                  </a:lnTo>
                  <a:lnTo>
                    <a:pt x="292950" y="39662"/>
                  </a:lnTo>
                  <a:lnTo>
                    <a:pt x="251993" y="56248"/>
                  </a:lnTo>
                  <a:lnTo>
                    <a:pt x="228790" y="89827"/>
                  </a:lnTo>
                  <a:lnTo>
                    <a:pt x="223494" y="122516"/>
                  </a:lnTo>
                  <a:lnTo>
                    <a:pt x="267474" y="122516"/>
                  </a:lnTo>
                  <a:lnTo>
                    <a:pt x="267474" y="113715"/>
                  </a:lnTo>
                  <a:lnTo>
                    <a:pt x="268935" y="105968"/>
                  </a:lnTo>
                  <a:lnTo>
                    <a:pt x="271868" y="99263"/>
                  </a:lnTo>
                  <a:lnTo>
                    <a:pt x="275005" y="92570"/>
                  </a:lnTo>
                  <a:lnTo>
                    <a:pt x="279298" y="87439"/>
                  </a:lnTo>
                  <a:lnTo>
                    <a:pt x="284746" y="83870"/>
                  </a:lnTo>
                  <a:lnTo>
                    <a:pt x="290398" y="80111"/>
                  </a:lnTo>
                  <a:lnTo>
                    <a:pt x="297103" y="78219"/>
                  </a:lnTo>
                  <a:lnTo>
                    <a:pt x="310299" y="78219"/>
                  </a:lnTo>
                  <a:lnTo>
                    <a:pt x="315112" y="79159"/>
                  </a:lnTo>
                  <a:lnTo>
                    <a:pt x="319303" y="81051"/>
                  </a:lnTo>
                  <a:lnTo>
                    <a:pt x="323494" y="82727"/>
                  </a:lnTo>
                  <a:lnTo>
                    <a:pt x="338772" y="105651"/>
                  </a:lnTo>
                  <a:lnTo>
                    <a:pt x="338747" y="115468"/>
                  </a:lnTo>
                  <a:lnTo>
                    <a:pt x="317728" y="152565"/>
                  </a:lnTo>
                  <a:lnTo>
                    <a:pt x="212178" y="262928"/>
                  </a:lnTo>
                  <a:lnTo>
                    <a:pt x="389039" y="262928"/>
                  </a:lnTo>
                  <a:lnTo>
                    <a:pt x="389039" y="221780"/>
                  </a:lnTo>
                  <a:close/>
                </a:path>
                <a:path w="2295525" h="1381125">
                  <a:moveTo>
                    <a:pt x="584708" y="152984"/>
                  </a:moveTo>
                  <a:lnTo>
                    <a:pt x="583933" y="146697"/>
                  </a:lnTo>
                  <a:lnTo>
                    <a:pt x="580618" y="120002"/>
                  </a:lnTo>
                  <a:lnTo>
                    <a:pt x="571944" y="121767"/>
                  </a:lnTo>
                  <a:lnTo>
                    <a:pt x="563194" y="123304"/>
                  </a:lnTo>
                  <a:lnTo>
                    <a:pt x="516229" y="127952"/>
                  </a:lnTo>
                  <a:lnTo>
                    <a:pt x="468795" y="129057"/>
                  </a:lnTo>
                  <a:lnTo>
                    <a:pt x="468795" y="56235"/>
                  </a:lnTo>
                  <a:lnTo>
                    <a:pt x="557377" y="56235"/>
                  </a:lnTo>
                  <a:lnTo>
                    <a:pt x="557377" y="22936"/>
                  </a:lnTo>
                  <a:lnTo>
                    <a:pt x="427012" y="22936"/>
                  </a:lnTo>
                  <a:lnTo>
                    <a:pt x="427012" y="162725"/>
                  </a:lnTo>
                  <a:lnTo>
                    <a:pt x="451205" y="162725"/>
                  </a:lnTo>
                  <a:lnTo>
                    <a:pt x="494906" y="162369"/>
                  </a:lnTo>
                  <a:lnTo>
                    <a:pt x="539165" y="160147"/>
                  </a:lnTo>
                  <a:lnTo>
                    <a:pt x="575856" y="154914"/>
                  </a:lnTo>
                  <a:lnTo>
                    <a:pt x="584708" y="152984"/>
                  </a:lnTo>
                  <a:close/>
                </a:path>
                <a:path w="2295525" h="1381125">
                  <a:moveTo>
                    <a:pt x="655383" y="252247"/>
                  </a:moveTo>
                  <a:lnTo>
                    <a:pt x="499579" y="252247"/>
                  </a:lnTo>
                  <a:lnTo>
                    <a:pt x="499579" y="187858"/>
                  </a:lnTo>
                  <a:lnTo>
                    <a:pt x="457492" y="187858"/>
                  </a:lnTo>
                  <a:lnTo>
                    <a:pt x="457492" y="285864"/>
                  </a:lnTo>
                  <a:lnTo>
                    <a:pt x="655383" y="285864"/>
                  </a:lnTo>
                  <a:lnTo>
                    <a:pt x="655383" y="269214"/>
                  </a:lnTo>
                  <a:lnTo>
                    <a:pt x="655383" y="252247"/>
                  </a:lnTo>
                  <a:close/>
                </a:path>
                <a:path w="2295525" h="1381125">
                  <a:moveTo>
                    <a:pt x="683653" y="79159"/>
                  </a:moveTo>
                  <a:lnTo>
                    <a:pt x="645020" y="79159"/>
                  </a:lnTo>
                  <a:lnTo>
                    <a:pt x="645020" y="0"/>
                  </a:lnTo>
                  <a:lnTo>
                    <a:pt x="603237" y="0"/>
                  </a:lnTo>
                  <a:lnTo>
                    <a:pt x="603237" y="210159"/>
                  </a:lnTo>
                  <a:lnTo>
                    <a:pt x="645020" y="210159"/>
                  </a:lnTo>
                  <a:lnTo>
                    <a:pt x="645020" y="113411"/>
                  </a:lnTo>
                  <a:lnTo>
                    <a:pt x="683653" y="113411"/>
                  </a:lnTo>
                  <a:lnTo>
                    <a:pt x="683653" y="79159"/>
                  </a:lnTo>
                  <a:close/>
                </a:path>
                <a:path w="2295525" h="1381125">
                  <a:moveTo>
                    <a:pt x="963714" y="43040"/>
                  </a:moveTo>
                  <a:lnTo>
                    <a:pt x="934808" y="43040"/>
                  </a:lnTo>
                  <a:lnTo>
                    <a:pt x="902766" y="120624"/>
                  </a:lnTo>
                  <a:lnTo>
                    <a:pt x="946124" y="120624"/>
                  </a:lnTo>
                  <a:lnTo>
                    <a:pt x="963714" y="43040"/>
                  </a:lnTo>
                  <a:close/>
                </a:path>
                <a:path w="2295525" h="1381125">
                  <a:moveTo>
                    <a:pt x="1050556" y="43040"/>
                  </a:moveTo>
                  <a:lnTo>
                    <a:pt x="1003439" y="43040"/>
                  </a:lnTo>
                  <a:lnTo>
                    <a:pt x="1003439" y="280733"/>
                  </a:lnTo>
                  <a:lnTo>
                    <a:pt x="1001128" y="287540"/>
                  </a:lnTo>
                  <a:lnTo>
                    <a:pt x="996518" y="291515"/>
                  </a:lnTo>
                  <a:lnTo>
                    <a:pt x="992124" y="295490"/>
                  </a:lnTo>
                  <a:lnTo>
                    <a:pt x="987513" y="297484"/>
                  </a:lnTo>
                  <a:lnTo>
                    <a:pt x="977671" y="297484"/>
                  </a:lnTo>
                  <a:lnTo>
                    <a:pt x="972959" y="296430"/>
                  </a:lnTo>
                  <a:lnTo>
                    <a:pt x="968565" y="294347"/>
                  </a:lnTo>
                  <a:lnTo>
                    <a:pt x="964171" y="292455"/>
                  </a:lnTo>
                  <a:lnTo>
                    <a:pt x="960501" y="289941"/>
                  </a:lnTo>
                  <a:lnTo>
                    <a:pt x="957567" y="286804"/>
                  </a:lnTo>
                  <a:lnTo>
                    <a:pt x="933386" y="319163"/>
                  </a:lnTo>
                  <a:lnTo>
                    <a:pt x="936739" y="321665"/>
                  </a:lnTo>
                  <a:lnTo>
                    <a:pt x="941133" y="324180"/>
                  </a:lnTo>
                  <a:lnTo>
                    <a:pt x="946581" y="326694"/>
                  </a:lnTo>
                  <a:lnTo>
                    <a:pt x="951814" y="329209"/>
                  </a:lnTo>
                  <a:lnTo>
                    <a:pt x="957884" y="331406"/>
                  </a:lnTo>
                  <a:lnTo>
                    <a:pt x="971499" y="335178"/>
                  </a:lnTo>
                  <a:lnTo>
                    <a:pt x="978509" y="336118"/>
                  </a:lnTo>
                  <a:lnTo>
                    <a:pt x="994841" y="336118"/>
                  </a:lnTo>
                  <a:lnTo>
                    <a:pt x="1003223" y="335076"/>
                  </a:lnTo>
                  <a:lnTo>
                    <a:pt x="1018933" y="330885"/>
                  </a:lnTo>
                  <a:lnTo>
                    <a:pt x="1025842" y="327533"/>
                  </a:lnTo>
                  <a:lnTo>
                    <a:pt x="1031709" y="322922"/>
                  </a:lnTo>
                  <a:lnTo>
                    <a:pt x="1037780" y="318528"/>
                  </a:lnTo>
                  <a:lnTo>
                    <a:pt x="1050544" y="280733"/>
                  </a:lnTo>
                  <a:lnTo>
                    <a:pt x="1050556" y="43040"/>
                  </a:lnTo>
                  <a:close/>
                </a:path>
                <a:path w="2295525" h="1381125">
                  <a:moveTo>
                    <a:pt x="1265021" y="43040"/>
                  </a:moveTo>
                  <a:lnTo>
                    <a:pt x="1220101" y="43040"/>
                  </a:lnTo>
                  <a:lnTo>
                    <a:pt x="1220101" y="187858"/>
                  </a:lnTo>
                  <a:lnTo>
                    <a:pt x="1219479" y="196824"/>
                  </a:lnTo>
                  <a:lnTo>
                    <a:pt x="1189964" y="228930"/>
                  </a:lnTo>
                  <a:lnTo>
                    <a:pt x="1180833" y="229628"/>
                  </a:lnTo>
                  <a:lnTo>
                    <a:pt x="1171689" y="228930"/>
                  </a:lnTo>
                  <a:lnTo>
                    <a:pt x="1142187" y="196824"/>
                  </a:lnTo>
                  <a:lnTo>
                    <a:pt x="1141577" y="187858"/>
                  </a:lnTo>
                  <a:lnTo>
                    <a:pt x="1141577" y="43040"/>
                  </a:lnTo>
                  <a:lnTo>
                    <a:pt x="1096657" y="43040"/>
                  </a:lnTo>
                  <a:lnTo>
                    <a:pt x="1096657" y="190677"/>
                  </a:lnTo>
                  <a:lnTo>
                    <a:pt x="1097051" y="200126"/>
                  </a:lnTo>
                  <a:lnTo>
                    <a:pt x="1110475" y="238506"/>
                  </a:lnTo>
                  <a:lnTo>
                    <a:pt x="1147229" y="264807"/>
                  </a:lnTo>
                  <a:lnTo>
                    <a:pt x="1180833" y="270154"/>
                  </a:lnTo>
                  <a:lnTo>
                    <a:pt x="1189634" y="269824"/>
                  </a:lnTo>
                  <a:lnTo>
                    <a:pt x="1228509" y="258533"/>
                  </a:lnTo>
                  <a:lnTo>
                    <a:pt x="1256436" y="229628"/>
                  </a:lnTo>
                  <a:lnTo>
                    <a:pt x="1265021" y="190677"/>
                  </a:lnTo>
                  <a:lnTo>
                    <a:pt x="1265021" y="43040"/>
                  </a:lnTo>
                  <a:close/>
                </a:path>
                <a:path w="2295525" h="1381125">
                  <a:moveTo>
                    <a:pt x="1547660" y="262928"/>
                  </a:moveTo>
                  <a:lnTo>
                    <a:pt x="1530197" y="139471"/>
                  </a:lnTo>
                  <a:lnTo>
                    <a:pt x="1514995" y="32042"/>
                  </a:lnTo>
                  <a:lnTo>
                    <a:pt x="1422958" y="174028"/>
                  </a:lnTo>
                  <a:lnTo>
                    <a:pt x="1400556" y="139471"/>
                  </a:lnTo>
                  <a:lnTo>
                    <a:pt x="1330921" y="32042"/>
                  </a:lnTo>
                  <a:lnTo>
                    <a:pt x="1298244" y="262928"/>
                  </a:lnTo>
                  <a:lnTo>
                    <a:pt x="1345057" y="262928"/>
                  </a:lnTo>
                  <a:lnTo>
                    <a:pt x="1359192" y="139471"/>
                  </a:lnTo>
                  <a:lnTo>
                    <a:pt x="1422958" y="242506"/>
                  </a:lnTo>
                  <a:lnTo>
                    <a:pt x="1465338" y="174028"/>
                  </a:lnTo>
                  <a:lnTo>
                    <a:pt x="1486725" y="139471"/>
                  </a:lnTo>
                  <a:lnTo>
                    <a:pt x="1500860" y="262928"/>
                  </a:lnTo>
                  <a:lnTo>
                    <a:pt x="1547660" y="262928"/>
                  </a:lnTo>
                  <a:close/>
                </a:path>
                <a:path w="2295525" h="1381125">
                  <a:moveTo>
                    <a:pt x="1736204" y="113093"/>
                  </a:moveTo>
                  <a:lnTo>
                    <a:pt x="1726463" y="75704"/>
                  </a:lnTo>
                  <a:lnTo>
                    <a:pt x="1692541" y="49352"/>
                  </a:lnTo>
                  <a:lnTo>
                    <a:pt x="1692541" y="113093"/>
                  </a:lnTo>
                  <a:lnTo>
                    <a:pt x="1691894" y="120472"/>
                  </a:lnTo>
                  <a:lnTo>
                    <a:pt x="1662379" y="144614"/>
                  </a:lnTo>
                  <a:lnTo>
                    <a:pt x="1653908" y="145135"/>
                  </a:lnTo>
                  <a:lnTo>
                    <a:pt x="1627835" y="145135"/>
                  </a:lnTo>
                  <a:lnTo>
                    <a:pt x="1627835" y="81051"/>
                  </a:lnTo>
                  <a:lnTo>
                    <a:pt x="1653908" y="81051"/>
                  </a:lnTo>
                  <a:lnTo>
                    <a:pt x="1689950" y="99110"/>
                  </a:lnTo>
                  <a:lnTo>
                    <a:pt x="1692541" y="113093"/>
                  </a:lnTo>
                  <a:lnTo>
                    <a:pt x="1692541" y="49352"/>
                  </a:lnTo>
                  <a:lnTo>
                    <a:pt x="1688592" y="47815"/>
                  </a:lnTo>
                  <a:lnTo>
                    <a:pt x="1678012" y="45161"/>
                  </a:lnTo>
                  <a:lnTo>
                    <a:pt x="1666443" y="43573"/>
                  </a:lnTo>
                  <a:lnTo>
                    <a:pt x="1653908" y="43040"/>
                  </a:lnTo>
                  <a:lnTo>
                    <a:pt x="1627835" y="43040"/>
                  </a:lnTo>
                  <a:lnTo>
                    <a:pt x="1610245" y="43040"/>
                  </a:lnTo>
                  <a:lnTo>
                    <a:pt x="1582915" y="43040"/>
                  </a:lnTo>
                  <a:lnTo>
                    <a:pt x="1582915" y="262928"/>
                  </a:lnTo>
                  <a:lnTo>
                    <a:pt x="1627835" y="262928"/>
                  </a:lnTo>
                  <a:lnTo>
                    <a:pt x="1627835" y="183146"/>
                  </a:lnTo>
                  <a:lnTo>
                    <a:pt x="1653908" y="183146"/>
                  </a:lnTo>
                  <a:lnTo>
                    <a:pt x="1698193" y="174663"/>
                  </a:lnTo>
                  <a:lnTo>
                    <a:pt x="1730730" y="142125"/>
                  </a:lnTo>
                  <a:lnTo>
                    <a:pt x="1735594" y="123431"/>
                  </a:lnTo>
                  <a:lnTo>
                    <a:pt x="1736204" y="113093"/>
                  </a:lnTo>
                  <a:close/>
                </a:path>
                <a:path w="2295525" h="1381125">
                  <a:moveTo>
                    <a:pt x="1823732" y="43040"/>
                  </a:moveTo>
                  <a:lnTo>
                    <a:pt x="1780387" y="43040"/>
                  </a:lnTo>
                  <a:lnTo>
                    <a:pt x="1762785" y="120624"/>
                  </a:lnTo>
                  <a:lnTo>
                    <a:pt x="1791373" y="120624"/>
                  </a:lnTo>
                  <a:lnTo>
                    <a:pt x="1823732" y="43040"/>
                  </a:lnTo>
                  <a:close/>
                </a:path>
                <a:path w="2295525" h="1381125">
                  <a:moveTo>
                    <a:pt x="2295258" y="813968"/>
                  </a:moveTo>
                  <a:lnTo>
                    <a:pt x="2294293" y="807415"/>
                  </a:lnTo>
                  <a:lnTo>
                    <a:pt x="2289657" y="803960"/>
                  </a:lnTo>
                  <a:lnTo>
                    <a:pt x="2285847" y="800900"/>
                  </a:lnTo>
                  <a:lnTo>
                    <a:pt x="2242477" y="756958"/>
                  </a:lnTo>
                  <a:lnTo>
                    <a:pt x="2225205" y="739025"/>
                  </a:lnTo>
                  <a:lnTo>
                    <a:pt x="2184336" y="698919"/>
                  </a:lnTo>
                  <a:lnTo>
                    <a:pt x="2137460" y="659612"/>
                  </a:lnTo>
                  <a:lnTo>
                    <a:pt x="2088159" y="632841"/>
                  </a:lnTo>
                  <a:lnTo>
                    <a:pt x="2049995" y="618426"/>
                  </a:lnTo>
                  <a:lnTo>
                    <a:pt x="1974570" y="595490"/>
                  </a:lnTo>
                  <a:lnTo>
                    <a:pt x="1962467" y="591578"/>
                  </a:lnTo>
                  <a:lnTo>
                    <a:pt x="1903704" y="576770"/>
                  </a:lnTo>
                  <a:lnTo>
                    <a:pt x="1833156" y="564756"/>
                  </a:lnTo>
                  <a:lnTo>
                    <a:pt x="1720761" y="548347"/>
                  </a:lnTo>
                  <a:lnTo>
                    <a:pt x="1685137" y="542531"/>
                  </a:lnTo>
                  <a:lnTo>
                    <a:pt x="1609394" y="530707"/>
                  </a:lnTo>
                  <a:lnTo>
                    <a:pt x="1565465" y="525195"/>
                  </a:lnTo>
                  <a:lnTo>
                    <a:pt x="1515770" y="520039"/>
                  </a:lnTo>
                  <a:lnTo>
                    <a:pt x="1459026" y="515277"/>
                  </a:lnTo>
                  <a:lnTo>
                    <a:pt x="1393939" y="510971"/>
                  </a:lnTo>
                  <a:lnTo>
                    <a:pt x="1319225" y="507174"/>
                  </a:lnTo>
                  <a:lnTo>
                    <a:pt x="1274864" y="505485"/>
                  </a:lnTo>
                  <a:lnTo>
                    <a:pt x="1228318" y="504228"/>
                  </a:lnTo>
                  <a:lnTo>
                    <a:pt x="1131036" y="503059"/>
                  </a:lnTo>
                  <a:lnTo>
                    <a:pt x="1081455" y="503186"/>
                  </a:lnTo>
                  <a:lnTo>
                    <a:pt x="1032052" y="503834"/>
                  </a:lnTo>
                  <a:lnTo>
                    <a:pt x="983386" y="504990"/>
                  </a:lnTo>
                  <a:lnTo>
                    <a:pt x="936066" y="506691"/>
                  </a:lnTo>
                  <a:lnTo>
                    <a:pt x="890638" y="508965"/>
                  </a:lnTo>
                  <a:lnTo>
                    <a:pt x="847674" y="511822"/>
                  </a:lnTo>
                  <a:lnTo>
                    <a:pt x="807745" y="515289"/>
                  </a:lnTo>
                  <a:lnTo>
                    <a:pt x="754849" y="521677"/>
                  </a:lnTo>
                  <a:lnTo>
                    <a:pt x="711835" y="529640"/>
                  </a:lnTo>
                  <a:lnTo>
                    <a:pt x="672147" y="543547"/>
                  </a:lnTo>
                  <a:lnTo>
                    <a:pt x="638225" y="564273"/>
                  </a:lnTo>
                  <a:lnTo>
                    <a:pt x="604189" y="587248"/>
                  </a:lnTo>
                  <a:lnTo>
                    <a:pt x="568985" y="613435"/>
                  </a:lnTo>
                  <a:lnTo>
                    <a:pt x="531571" y="643750"/>
                  </a:lnTo>
                  <a:lnTo>
                    <a:pt x="490905" y="679132"/>
                  </a:lnTo>
                  <a:lnTo>
                    <a:pt x="445922" y="720521"/>
                  </a:lnTo>
                  <a:lnTo>
                    <a:pt x="406412" y="759625"/>
                  </a:lnTo>
                  <a:lnTo>
                    <a:pt x="371805" y="797306"/>
                  </a:lnTo>
                  <a:lnTo>
                    <a:pt x="341160" y="833666"/>
                  </a:lnTo>
                  <a:lnTo>
                    <a:pt x="313512" y="868768"/>
                  </a:lnTo>
                  <a:lnTo>
                    <a:pt x="287896" y="902728"/>
                  </a:lnTo>
                  <a:lnTo>
                    <a:pt x="263347" y="935621"/>
                  </a:lnTo>
                  <a:lnTo>
                    <a:pt x="236804" y="974572"/>
                  </a:lnTo>
                  <a:lnTo>
                    <a:pt x="214782" y="1015085"/>
                  </a:lnTo>
                  <a:lnTo>
                    <a:pt x="197446" y="1057452"/>
                  </a:lnTo>
                  <a:lnTo>
                    <a:pt x="184912" y="1101991"/>
                  </a:lnTo>
                  <a:lnTo>
                    <a:pt x="177558" y="1147660"/>
                  </a:lnTo>
                  <a:lnTo>
                    <a:pt x="164160" y="1194257"/>
                  </a:lnTo>
                  <a:lnTo>
                    <a:pt x="152044" y="1235075"/>
                  </a:lnTo>
                  <a:lnTo>
                    <a:pt x="134315" y="1299171"/>
                  </a:lnTo>
                  <a:lnTo>
                    <a:pt x="131330" y="1347571"/>
                  </a:lnTo>
                  <a:lnTo>
                    <a:pt x="131318" y="1349222"/>
                  </a:lnTo>
                  <a:lnTo>
                    <a:pt x="126415" y="1345704"/>
                  </a:lnTo>
                  <a:lnTo>
                    <a:pt x="107010" y="1329194"/>
                  </a:lnTo>
                  <a:lnTo>
                    <a:pt x="88938" y="1311846"/>
                  </a:lnTo>
                  <a:lnTo>
                    <a:pt x="72161" y="1294434"/>
                  </a:lnTo>
                  <a:lnTo>
                    <a:pt x="54102" y="1275080"/>
                  </a:lnTo>
                  <a:lnTo>
                    <a:pt x="49530" y="1270203"/>
                  </a:lnTo>
                  <a:lnTo>
                    <a:pt x="17322" y="1241425"/>
                  </a:lnTo>
                  <a:lnTo>
                    <a:pt x="12357" y="1238465"/>
                  </a:lnTo>
                  <a:lnTo>
                    <a:pt x="5918" y="1240091"/>
                  </a:lnTo>
                  <a:lnTo>
                    <a:pt x="0" y="1250022"/>
                  </a:lnTo>
                  <a:lnTo>
                    <a:pt x="1625" y="1256449"/>
                  </a:lnTo>
                  <a:lnTo>
                    <a:pt x="6591" y="1259420"/>
                  </a:lnTo>
                  <a:lnTo>
                    <a:pt x="10972" y="1262405"/>
                  </a:lnTo>
                  <a:lnTo>
                    <a:pt x="56908" y="1308785"/>
                  </a:lnTo>
                  <a:lnTo>
                    <a:pt x="74028" y="1326553"/>
                  </a:lnTo>
                  <a:lnTo>
                    <a:pt x="92913" y="1344688"/>
                  </a:lnTo>
                  <a:lnTo>
                    <a:pt x="113538" y="1362202"/>
                  </a:lnTo>
                  <a:lnTo>
                    <a:pt x="135851" y="1378165"/>
                  </a:lnTo>
                  <a:lnTo>
                    <a:pt x="140030" y="1380845"/>
                  </a:lnTo>
                  <a:lnTo>
                    <a:pt x="144754" y="1379308"/>
                  </a:lnTo>
                  <a:lnTo>
                    <a:pt x="188391" y="1355471"/>
                  </a:lnTo>
                  <a:lnTo>
                    <a:pt x="220395" y="1330312"/>
                  </a:lnTo>
                  <a:lnTo>
                    <a:pt x="254939" y="1299565"/>
                  </a:lnTo>
                  <a:lnTo>
                    <a:pt x="272783" y="1282877"/>
                  </a:lnTo>
                  <a:lnTo>
                    <a:pt x="288378" y="1269492"/>
                  </a:lnTo>
                  <a:lnTo>
                    <a:pt x="304292" y="1255064"/>
                  </a:lnTo>
                  <a:lnTo>
                    <a:pt x="322440" y="1235849"/>
                  </a:lnTo>
                  <a:lnTo>
                    <a:pt x="344805" y="1208049"/>
                  </a:lnTo>
                  <a:lnTo>
                    <a:pt x="348284" y="1203439"/>
                  </a:lnTo>
                  <a:lnTo>
                    <a:pt x="347370" y="1196873"/>
                  </a:lnTo>
                  <a:lnTo>
                    <a:pt x="338124" y="1189913"/>
                  </a:lnTo>
                  <a:lnTo>
                    <a:pt x="331571" y="1190828"/>
                  </a:lnTo>
                  <a:lnTo>
                    <a:pt x="328079" y="1195451"/>
                  </a:lnTo>
                  <a:lnTo>
                    <a:pt x="306857" y="1221867"/>
                  </a:lnTo>
                  <a:lnTo>
                    <a:pt x="289648" y="1240091"/>
                  </a:lnTo>
                  <a:lnTo>
                    <a:pt x="274472" y="1253832"/>
                  </a:lnTo>
                  <a:lnTo>
                    <a:pt x="258876" y="1267218"/>
                  </a:lnTo>
                  <a:lnTo>
                    <a:pt x="258597" y="1267472"/>
                  </a:lnTo>
                  <a:lnTo>
                    <a:pt x="223456" y="1299883"/>
                  </a:lnTo>
                  <a:lnTo>
                    <a:pt x="191084" y="1327251"/>
                  </a:lnTo>
                  <a:lnTo>
                    <a:pt x="152247" y="1353261"/>
                  </a:lnTo>
                  <a:lnTo>
                    <a:pt x="152273" y="1347571"/>
                  </a:lnTo>
                  <a:lnTo>
                    <a:pt x="154787" y="1303883"/>
                  </a:lnTo>
                  <a:lnTo>
                    <a:pt x="172123" y="1241044"/>
                  </a:lnTo>
                  <a:lnTo>
                    <a:pt x="184162" y="1200505"/>
                  </a:lnTo>
                  <a:lnTo>
                    <a:pt x="197840" y="1152880"/>
                  </a:lnTo>
                  <a:lnTo>
                    <a:pt x="198081" y="1152029"/>
                  </a:lnTo>
                  <a:lnTo>
                    <a:pt x="198170" y="1151153"/>
                  </a:lnTo>
                  <a:lnTo>
                    <a:pt x="198856" y="1147254"/>
                  </a:lnTo>
                  <a:lnTo>
                    <a:pt x="207873" y="1095819"/>
                  </a:lnTo>
                  <a:lnTo>
                    <a:pt x="224904" y="1043952"/>
                  </a:lnTo>
                  <a:lnTo>
                    <a:pt x="249034" y="994943"/>
                  </a:lnTo>
                  <a:lnTo>
                    <a:pt x="280085" y="948194"/>
                  </a:lnTo>
                  <a:lnTo>
                    <a:pt x="304685" y="915250"/>
                  </a:lnTo>
                  <a:lnTo>
                    <a:pt x="330136" y="881519"/>
                  </a:lnTo>
                  <a:lnTo>
                    <a:pt x="357428" y="846861"/>
                  </a:lnTo>
                  <a:lnTo>
                    <a:pt x="387553" y="811110"/>
                  </a:lnTo>
                  <a:lnTo>
                    <a:pt x="421513" y="774128"/>
                  </a:lnTo>
                  <a:lnTo>
                    <a:pt x="460286" y="735774"/>
                  </a:lnTo>
                  <a:lnTo>
                    <a:pt x="504850" y="694753"/>
                  </a:lnTo>
                  <a:lnTo>
                    <a:pt x="545020" y="659803"/>
                  </a:lnTo>
                  <a:lnTo>
                    <a:pt x="581837" y="629970"/>
                  </a:lnTo>
                  <a:lnTo>
                    <a:pt x="616356" y="604291"/>
                  </a:lnTo>
                  <a:lnTo>
                    <a:pt x="649630" y="581837"/>
                  </a:lnTo>
                  <a:lnTo>
                    <a:pt x="682675" y="561644"/>
                  </a:lnTo>
                  <a:lnTo>
                    <a:pt x="729068" y="547331"/>
                  </a:lnTo>
                  <a:lnTo>
                    <a:pt x="774141" y="540156"/>
                  </a:lnTo>
                  <a:lnTo>
                    <a:pt x="849261" y="532701"/>
                  </a:lnTo>
                  <a:lnTo>
                    <a:pt x="891819" y="529869"/>
                  </a:lnTo>
                  <a:lnTo>
                    <a:pt x="936955" y="527621"/>
                  </a:lnTo>
                  <a:lnTo>
                    <a:pt x="984046" y="525919"/>
                  </a:lnTo>
                  <a:lnTo>
                    <a:pt x="1032459" y="524764"/>
                  </a:lnTo>
                  <a:lnTo>
                    <a:pt x="1081646" y="524129"/>
                  </a:lnTo>
                  <a:lnTo>
                    <a:pt x="1139037" y="524103"/>
                  </a:lnTo>
                  <a:lnTo>
                    <a:pt x="1227823" y="525157"/>
                  </a:lnTo>
                  <a:lnTo>
                    <a:pt x="1274152" y="526415"/>
                  </a:lnTo>
                  <a:lnTo>
                    <a:pt x="1318310" y="528091"/>
                  </a:lnTo>
                  <a:lnTo>
                    <a:pt x="1392682" y="531876"/>
                  </a:lnTo>
                  <a:lnTo>
                    <a:pt x="1457413" y="536155"/>
                  </a:lnTo>
                  <a:lnTo>
                    <a:pt x="1513789" y="540880"/>
                  </a:lnTo>
                  <a:lnTo>
                    <a:pt x="1563103" y="546011"/>
                  </a:lnTo>
                  <a:lnTo>
                    <a:pt x="1606638" y="551459"/>
                  </a:lnTo>
                  <a:lnTo>
                    <a:pt x="1645691" y="557199"/>
                  </a:lnTo>
                  <a:lnTo>
                    <a:pt x="1681543" y="563156"/>
                  </a:lnTo>
                  <a:lnTo>
                    <a:pt x="1717446" y="569023"/>
                  </a:lnTo>
                  <a:lnTo>
                    <a:pt x="1830031" y="585470"/>
                  </a:lnTo>
                  <a:lnTo>
                    <a:pt x="1899615" y="597319"/>
                  </a:lnTo>
                  <a:lnTo>
                    <a:pt x="1955850" y="611454"/>
                  </a:lnTo>
                  <a:lnTo>
                    <a:pt x="1968271" y="615454"/>
                  </a:lnTo>
                  <a:lnTo>
                    <a:pt x="2030958" y="634288"/>
                  </a:lnTo>
                  <a:lnTo>
                    <a:pt x="2079853" y="652056"/>
                  </a:lnTo>
                  <a:lnTo>
                    <a:pt x="2125675" y="676922"/>
                  </a:lnTo>
                  <a:lnTo>
                    <a:pt x="2170049" y="714235"/>
                  </a:lnTo>
                  <a:lnTo>
                    <a:pt x="2210219" y="753656"/>
                  </a:lnTo>
                  <a:lnTo>
                    <a:pt x="2249360" y="794524"/>
                  </a:lnTo>
                  <a:lnTo>
                    <a:pt x="2255736" y="801090"/>
                  </a:lnTo>
                  <a:lnTo>
                    <a:pt x="2281796" y="824204"/>
                  </a:lnTo>
                  <a:lnTo>
                    <a:pt x="2288349" y="823252"/>
                  </a:lnTo>
                  <a:lnTo>
                    <a:pt x="2295258" y="813968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3172" y="933374"/>
            <a:ext cx="7084678" cy="73003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64272" y="5882501"/>
            <a:ext cx="7517697" cy="97278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56632" y="7830086"/>
            <a:ext cx="8732393" cy="976753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848042" y="1978919"/>
            <a:ext cx="18774410" cy="83820"/>
          </a:xfrm>
          <a:custGeom>
            <a:avLst/>
            <a:gdLst/>
            <a:ahLst/>
            <a:cxnLst/>
            <a:rect l="l" t="t" r="r" b="b"/>
            <a:pathLst>
              <a:path w="18774410" h="83819">
                <a:moveTo>
                  <a:pt x="18774385" y="41910"/>
                </a:moveTo>
                <a:lnTo>
                  <a:pt x="18774334" y="21590"/>
                </a:lnTo>
                <a:lnTo>
                  <a:pt x="18774283" y="0"/>
                </a:lnTo>
                <a:lnTo>
                  <a:pt x="0" y="41884"/>
                </a:lnTo>
                <a:lnTo>
                  <a:pt x="50" y="63474"/>
                </a:lnTo>
                <a:lnTo>
                  <a:pt x="88" y="83794"/>
                </a:lnTo>
                <a:lnTo>
                  <a:pt x="18774385" y="41910"/>
                </a:lnTo>
                <a:close/>
              </a:path>
            </a:pathLst>
          </a:custGeom>
          <a:solidFill>
            <a:srgbClr val="FFFFFF">
              <a:alpha val="2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44723" y="10853072"/>
            <a:ext cx="128268" cy="183240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2087002" y="3361154"/>
            <a:ext cx="5425440" cy="1518285"/>
            <a:chOff x="2087002" y="3361154"/>
            <a:chExt cx="5425440" cy="1518285"/>
          </a:xfrm>
        </p:grpSpPr>
        <p:sp>
          <p:nvSpPr>
            <p:cNvPr id="12" name="object 12"/>
            <p:cNvSpPr/>
            <p:nvPr/>
          </p:nvSpPr>
          <p:spPr>
            <a:xfrm>
              <a:off x="5643807" y="3361154"/>
              <a:ext cx="1727835" cy="387985"/>
            </a:xfrm>
            <a:custGeom>
              <a:avLst/>
              <a:gdLst/>
              <a:ahLst/>
              <a:cxnLst/>
              <a:rect l="l" t="t" r="r" b="b"/>
              <a:pathLst>
                <a:path w="1727834" h="387985">
                  <a:moveTo>
                    <a:pt x="1727696" y="0"/>
                  </a:moveTo>
                  <a:lnTo>
                    <a:pt x="0" y="0"/>
                  </a:lnTo>
                  <a:lnTo>
                    <a:pt x="0" y="387422"/>
                  </a:lnTo>
                  <a:lnTo>
                    <a:pt x="1727696" y="387422"/>
                  </a:lnTo>
                  <a:lnTo>
                    <a:pt x="1727696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145115" y="3422075"/>
              <a:ext cx="767080" cy="278765"/>
            </a:xfrm>
            <a:custGeom>
              <a:avLst/>
              <a:gdLst/>
              <a:ahLst/>
              <a:cxnLst/>
              <a:rect l="l" t="t" r="r" b="b"/>
              <a:pathLst>
                <a:path w="767079" h="278764">
                  <a:moveTo>
                    <a:pt x="97718" y="0"/>
                  </a:moveTo>
                  <a:lnTo>
                    <a:pt x="0" y="0"/>
                  </a:lnTo>
                  <a:lnTo>
                    <a:pt x="0" y="274146"/>
                  </a:lnTo>
                  <a:lnTo>
                    <a:pt x="41362" y="274146"/>
                  </a:lnTo>
                  <a:lnTo>
                    <a:pt x="41362" y="177767"/>
                  </a:lnTo>
                  <a:lnTo>
                    <a:pt x="30386" y="177767"/>
                  </a:lnTo>
                  <a:lnTo>
                    <a:pt x="30386" y="142695"/>
                  </a:lnTo>
                  <a:lnTo>
                    <a:pt x="41362" y="142695"/>
                  </a:lnTo>
                  <a:lnTo>
                    <a:pt x="41362" y="35473"/>
                  </a:lnTo>
                  <a:lnTo>
                    <a:pt x="177248" y="35473"/>
                  </a:lnTo>
                  <a:lnTo>
                    <a:pt x="139533" y="6550"/>
                  </a:lnTo>
                  <a:lnTo>
                    <a:pt x="113028" y="727"/>
                  </a:lnTo>
                  <a:lnTo>
                    <a:pt x="97718" y="0"/>
                  </a:lnTo>
                  <a:close/>
                </a:path>
                <a:path w="767079" h="278764">
                  <a:moveTo>
                    <a:pt x="41362" y="142695"/>
                  </a:moveTo>
                  <a:lnTo>
                    <a:pt x="30386" y="142695"/>
                  </a:lnTo>
                  <a:lnTo>
                    <a:pt x="30386" y="177767"/>
                  </a:lnTo>
                  <a:lnTo>
                    <a:pt x="41362" y="177767"/>
                  </a:lnTo>
                  <a:lnTo>
                    <a:pt x="41362" y="142695"/>
                  </a:lnTo>
                  <a:close/>
                </a:path>
                <a:path w="767079" h="278764">
                  <a:moveTo>
                    <a:pt x="177248" y="35473"/>
                  </a:moveTo>
                  <a:lnTo>
                    <a:pt x="93300" y="35473"/>
                  </a:lnTo>
                  <a:lnTo>
                    <a:pt x="103106" y="35899"/>
                  </a:lnTo>
                  <a:lnTo>
                    <a:pt x="111907" y="37179"/>
                  </a:lnTo>
                  <a:lnTo>
                    <a:pt x="145105" y="61174"/>
                  </a:lnTo>
                  <a:lnTo>
                    <a:pt x="150994" y="88749"/>
                  </a:lnTo>
                  <a:lnTo>
                    <a:pt x="150626" y="96304"/>
                  </a:lnTo>
                  <a:lnTo>
                    <a:pt x="132505" y="131869"/>
                  </a:lnTo>
                  <a:lnTo>
                    <a:pt x="93836" y="142695"/>
                  </a:lnTo>
                  <a:lnTo>
                    <a:pt x="41362" y="142695"/>
                  </a:lnTo>
                  <a:lnTo>
                    <a:pt x="41362" y="177767"/>
                  </a:lnTo>
                  <a:lnTo>
                    <a:pt x="97584" y="177767"/>
                  </a:lnTo>
                  <a:lnTo>
                    <a:pt x="112836" y="177039"/>
                  </a:lnTo>
                  <a:lnTo>
                    <a:pt x="150459" y="166121"/>
                  </a:lnTo>
                  <a:lnTo>
                    <a:pt x="182050" y="134262"/>
                  </a:lnTo>
                  <a:lnTo>
                    <a:pt x="192625" y="88749"/>
                  </a:lnTo>
                  <a:lnTo>
                    <a:pt x="191973" y="76484"/>
                  </a:lnTo>
                  <a:lnTo>
                    <a:pt x="190015" y="64855"/>
                  </a:lnTo>
                  <a:lnTo>
                    <a:pt x="186752" y="53862"/>
                  </a:lnTo>
                  <a:lnTo>
                    <a:pt x="182184" y="43504"/>
                  </a:lnTo>
                  <a:lnTo>
                    <a:pt x="177248" y="35473"/>
                  </a:lnTo>
                  <a:close/>
                </a:path>
                <a:path w="767079" h="278764">
                  <a:moveTo>
                    <a:pt x="276589" y="68536"/>
                  </a:moveTo>
                  <a:lnTo>
                    <a:pt x="237904" y="68536"/>
                  </a:lnTo>
                  <a:lnTo>
                    <a:pt x="237904" y="274146"/>
                  </a:lnTo>
                  <a:lnTo>
                    <a:pt x="277928" y="274146"/>
                  </a:lnTo>
                  <a:lnTo>
                    <a:pt x="277928" y="139661"/>
                  </a:lnTo>
                  <a:lnTo>
                    <a:pt x="280070" y="131719"/>
                  </a:lnTo>
                  <a:lnTo>
                    <a:pt x="284353" y="124758"/>
                  </a:lnTo>
                  <a:lnTo>
                    <a:pt x="288637" y="117708"/>
                  </a:lnTo>
                  <a:lnTo>
                    <a:pt x="294437" y="112219"/>
                  </a:lnTo>
                  <a:lnTo>
                    <a:pt x="327055" y="102269"/>
                  </a:lnTo>
                  <a:lnTo>
                    <a:pt x="347937" y="102269"/>
                  </a:lnTo>
                  <a:lnTo>
                    <a:pt x="347937" y="101198"/>
                  </a:lnTo>
                  <a:lnTo>
                    <a:pt x="276589" y="101198"/>
                  </a:lnTo>
                  <a:lnTo>
                    <a:pt x="276589" y="68536"/>
                  </a:lnTo>
                  <a:close/>
                </a:path>
                <a:path w="767079" h="278764">
                  <a:moveTo>
                    <a:pt x="347937" y="102269"/>
                  </a:moveTo>
                  <a:lnTo>
                    <a:pt x="331160" y="102269"/>
                  </a:lnTo>
                  <a:lnTo>
                    <a:pt x="335265" y="102581"/>
                  </a:lnTo>
                  <a:lnTo>
                    <a:pt x="339370" y="103206"/>
                  </a:lnTo>
                  <a:lnTo>
                    <a:pt x="343475" y="103742"/>
                  </a:lnTo>
                  <a:lnTo>
                    <a:pt x="346331" y="104232"/>
                  </a:lnTo>
                  <a:lnTo>
                    <a:pt x="347937" y="104679"/>
                  </a:lnTo>
                  <a:lnTo>
                    <a:pt x="347937" y="102269"/>
                  </a:lnTo>
                  <a:close/>
                </a:path>
                <a:path w="767079" h="278764">
                  <a:moveTo>
                    <a:pt x="333435" y="65457"/>
                  </a:moveTo>
                  <a:lnTo>
                    <a:pt x="330937" y="65457"/>
                  </a:lnTo>
                  <a:lnTo>
                    <a:pt x="322135" y="66060"/>
                  </a:lnTo>
                  <a:lnTo>
                    <a:pt x="286495" y="86373"/>
                  </a:lnTo>
                  <a:lnTo>
                    <a:pt x="278731" y="101198"/>
                  </a:lnTo>
                  <a:lnTo>
                    <a:pt x="347937" y="101198"/>
                  </a:lnTo>
                  <a:lnTo>
                    <a:pt x="347937" y="66394"/>
                  </a:lnTo>
                  <a:lnTo>
                    <a:pt x="345974" y="66127"/>
                  </a:lnTo>
                  <a:lnTo>
                    <a:pt x="343252" y="65904"/>
                  </a:lnTo>
                  <a:lnTo>
                    <a:pt x="336380" y="65547"/>
                  </a:lnTo>
                  <a:lnTo>
                    <a:pt x="333435" y="65457"/>
                  </a:lnTo>
                  <a:close/>
                </a:path>
                <a:path w="767079" h="278764">
                  <a:moveTo>
                    <a:pt x="461016" y="65859"/>
                  </a:moveTo>
                  <a:lnTo>
                    <a:pt x="422113" y="73464"/>
                  </a:lnTo>
                  <a:lnTo>
                    <a:pt x="384297" y="105607"/>
                  </a:lnTo>
                  <a:lnTo>
                    <a:pt x="368920" y="142963"/>
                  </a:lnTo>
                  <a:lnTo>
                    <a:pt x="365975" y="172680"/>
                  </a:lnTo>
                  <a:lnTo>
                    <a:pt x="366711" y="188166"/>
                  </a:lnTo>
                  <a:lnTo>
                    <a:pt x="377755" y="228500"/>
                  </a:lnTo>
                  <a:lnTo>
                    <a:pt x="411487" y="265312"/>
                  </a:lnTo>
                  <a:lnTo>
                    <a:pt x="449161" y="277484"/>
                  </a:lnTo>
                  <a:lnTo>
                    <a:pt x="463827" y="278296"/>
                  </a:lnTo>
                  <a:lnTo>
                    <a:pt x="474762" y="277869"/>
                  </a:lnTo>
                  <a:lnTo>
                    <a:pt x="512310" y="267646"/>
                  </a:lnTo>
                  <a:lnTo>
                    <a:pt x="538782" y="245232"/>
                  </a:lnTo>
                  <a:lnTo>
                    <a:pt x="464229" y="245232"/>
                  </a:lnTo>
                  <a:lnTo>
                    <a:pt x="455737" y="244764"/>
                  </a:lnTo>
                  <a:lnTo>
                    <a:pt x="417135" y="222451"/>
                  </a:lnTo>
                  <a:lnTo>
                    <a:pt x="405993" y="183389"/>
                  </a:lnTo>
                  <a:lnTo>
                    <a:pt x="388597" y="183389"/>
                  </a:lnTo>
                  <a:lnTo>
                    <a:pt x="388597" y="153404"/>
                  </a:lnTo>
                  <a:lnTo>
                    <a:pt x="406073" y="153404"/>
                  </a:lnTo>
                  <a:lnTo>
                    <a:pt x="406284" y="149597"/>
                  </a:lnTo>
                  <a:lnTo>
                    <a:pt x="425961" y="111623"/>
                  </a:lnTo>
                  <a:lnTo>
                    <a:pt x="461284" y="98923"/>
                  </a:lnTo>
                  <a:lnTo>
                    <a:pt x="532111" y="98923"/>
                  </a:lnTo>
                  <a:lnTo>
                    <a:pt x="530214" y="96304"/>
                  </a:lnTo>
                  <a:lnTo>
                    <a:pt x="494749" y="71615"/>
                  </a:lnTo>
                  <a:lnTo>
                    <a:pt x="469650" y="66219"/>
                  </a:lnTo>
                  <a:lnTo>
                    <a:pt x="461016" y="65859"/>
                  </a:lnTo>
                  <a:close/>
                </a:path>
                <a:path w="767079" h="278764">
                  <a:moveTo>
                    <a:pt x="511615" y="215917"/>
                  </a:moveTo>
                  <a:lnTo>
                    <a:pt x="478730" y="244162"/>
                  </a:lnTo>
                  <a:lnTo>
                    <a:pt x="471814" y="245232"/>
                  </a:lnTo>
                  <a:lnTo>
                    <a:pt x="538782" y="245232"/>
                  </a:lnTo>
                  <a:lnTo>
                    <a:pt x="543140" y="238439"/>
                  </a:lnTo>
                  <a:lnTo>
                    <a:pt x="546770" y="230851"/>
                  </a:lnTo>
                  <a:lnTo>
                    <a:pt x="549498" y="222744"/>
                  </a:lnTo>
                  <a:lnTo>
                    <a:pt x="511615" y="215917"/>
                  </a:lnTo>
                  <a:close/>
                </a:path>
                <a:path w="767079" h="278764">
                  <a:moveTo>
                    <a:pt x="406073" y="153404"/>
                  </a:moveTo>
                  <a:lnTo>
                    <a:pt x="388597" y="153404"/>
                  </a:lnTo>
                  <a:lnTo>
                    <a:pt x="388597" y="183389"/>
                  </a:lnTo>
                  <a:lnTo>
                    <a:pt x="405993" y="183389"/>
                  </a:lnTo>
                  <a:lnTo>
                    <a:pt x="405865" y="180578"/>
                  </a:lnTo>
                  <a:lnTo>
                    <a:pt x="405944" y="155738"/>
                  </a:lnTo>
                  <a:lnTo>
                    <a:pt x="406073" y="153404"/>
                  </a:lnTo>
                  <a:close/>
                </a:path>
                <a:path w="767079" h="278764">
                  <a:moveTo>
                    <a:pt x="532111" y="98923"/>
                  </a:moveTo>
                  <a:lnTo>
                    <a:pt x="461284" y="98923"/>
                  </a:lnTo>
                  <a:lnTo>
                    <a:pt x="468797" y="99366"/>
                  </a:lnTo>
                  <a:lnTo>
                    <a:pt x="475808" y="100696"/>
                  </a:lnTo>
                  <a:lnTo>
                    <a:pt x="506395" y="125427"/>
                  </a:lnTo>
                  <a:lnTo>
                    <a:pt x="512820" y="153404"/>
                  </a:lnTo>
                  <a:lnTo>
                    <a:pt x="406073" y="153404"/>
                  </a:lnTo>
                  <a:lnTo>
                    <a:pt x="405944" y="155738"/>
                  </a:lnTo>
                  <a:lnTo>
                    <a:pt x="405865" y="180578"/>
                  </a:lnTo>
                  <a:lnTo>
                    <a:pt x="405993" y="183389"/>
                  </a:lnTo>
                  <a:lnTo>
                    <a:pt x="552041" y="183389"/>
                  </a:lnTo>
                  <a:lnTo>
                    <a:pt x="552041" y="169199"/>
                  </a:lnTo>
                  <a:lnTo>
                    <a:pt x="551573" y="155738"/>
                  </a:lnTo>
                  <a:lnTo>
                    <a:pt x="540454" y="112300"/>
                  </a:lnTo>
                  <a:lnTo>
                    <a:pt x="535677" y="103842"/>
                  </a:lnTo>
                  <a:lnTo>
                    <a:pt x="532111" y="98923"/>
                  </a:lnTo>
                  <a:close/>
                </a:path>
                <a:path w="767079" h="278764">
                  <a:moveTo>
                    <a:pt x="617332" y="68536"/>
                  </a:moveTo>
                  <a:lnTo>
                    <a:pt x="574363" y="68536"/>
                  </a:lnTo>
                  <a:lnTo>
                    <a:pt x="649057" y="274146"/>
                  </a:lnTo>
                  <a:lnTo>
                    <a:pt x="691892" y="274146"/>
                  </a:lnTo>
                  <a:lnTo>
                    <a:pt x="709076" y="226760"/>
                  </a:lnTo>
                  <a:lnTo>
                    <a:pt x="669404" y="226760"/>
                  </a:lnTo>
                  <a:lnTo>
                    <a:pt x="617332" y="68536"/>
                  </a:lnTo>
                  <a:close/>
                </a:path>
                <a:path w="767079" h="278764">
                  <a:moveTo>
                    <a:pt x="766453" y="68536"/>
                  </a:moveTo>
                  <a:lnTo>
                    <a:pt x="723483" y="68536"/>
                  </a:lnTo>
                  <a:lnTo>
                    <a:pt x="671545" y="226760"/>
                  </a:lnTo>
                  <a:lnTo>
                    <a:pt x="709076" y="226760"/>
                  </a:lnTo>
                  <a:lnTo>
                    <a:pt x="766453" y="685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87002" y="3769518"/>
              <a:ext cx="5424972" cy="110991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8513" y="946567"/>
            <a:ext cx="6288405" cy="572135"/>
          </a:xfrm>
          <a:custGeom>
            <a:avLst/>
            <a:gdLst/>
            <a:ahLst/>
            <a:cxnLst/>
            <a:rect l="l" t="t" r="r" b="b"/>
            <a:pathLst>
              <a:path w="6288405" h="572135">
                <a:moveTo>
                  <a:pt x="527732" y="14659"/>
                </a:moveTo>
                <a:lnTo>
                  <a:pt x="390668" y="14659"/>
                </a:lnTo>
                <a:lnTo>
                  <a:pt x="390668" y="263866"/>
                </a:lnTo>
                <a:lnTo>
                  <a:pt x="527732" y="263866"/>
                </a:lnTo>
                <a:lnTo>
                  <a:pt x="527732" y="14659"/>
                </a:lnTo>
                <a:close/>
              </a:path>
              <a:path w="6288405" h="572135">
                <a:moveTo>
                  <a:pt x="243343" y="21988"/>
                </a:moveTo>
                <a:lnTo>
                  <a:pt x="106279" y="21988"/>
                </a:lnTo>
                <a:lnTo>
                  <a:pt x="106279" y="46176"/>
                </a:lnTo>
                <a:lnTo>
                  <a:pt x="104355" y="76457"/>
                </a:lnTo>
                <a:lnTo>
                  <a:pt x="88963" y="125199"/>
                </a:lnTo>
                <a:lnTo>
                  <a:pt x="59232" y="157770"/>
                </a:lnTo>
                <a:lnTo>
                  <a:pt x="21484" y="173895"/>
                </a:lnTo>
                <a:lnTo>
                  <a:pt x="0" y="175910"/>
                </a:lnTo>
                <a:lnTo>
                  <a:pt x="29318" y="263866"/>
                </a:lnTo>
                <a:lnTo>
                  <a:pt x="69997" y="260751"/>
                </a:lnTo>
                <a:lnTo>
                  <a:pt x="108478" y="251405"/>
                </a:lnTo>
                <a:lnTo>
                  <a:pt x="144210" y="235280"/>
                </a:lnTo>
                <a:lnTo>
                  <a:pt x="175177" y="213291"/>
                </a:lnTo>
                <a:lnTo>
                  <a:pt x="337162" y="213291"/>
                </a:lnTo>
                <a:lnTo>
                  <a:pt x="349622" y="175910"/>
                </a:lnTo>
                <a:lnTo>
                  <a:pt x="328137" y="173895"/>
                </a:lnTo>
                <a:lnTo>
                  <a:pt x="308393" y="167848"/>
                </a:lnTo>
                <a:lnTo>
                  <a:pt x="274127" y="143660"/>
                </a:lnTo>
                <a:lnTo>
                  <a:pt x="251039" y="102797"/>
                </a:lnTo>
                <a:lnTo>
                  <a:pt x="243343" y="46176"/>
                </a:lnTo>
                <a:lnTo>
                  <a:pt x="243343" y="21988"/>
                </a:lnTo>
                <a:close/>
              </a:path>
              <a:path w="6288405" h="572135">
                <a:moveTo>
                  <a:pt x="337162" y="213291"/>
                </a:moveTo>
                <a:lnTo>
                  <a:pt x="175177" y="213291"/>
                </a:lnTo>
                <a:lnTo>
                  <a:pt x="189699" y="225019"/>
                </a:lnTo>
                <a:lnTo>
                  <a:pt x="240411" y="251405"/>
                </a:lnTo>
                <a:lnTo>
                  <a:pt x="279441" y="260751"/>
                </a:lnTo>
                <a:lnTo>
                  <a:pt x="320304" y="263866"/>
                </a:lnTo>
                <a:lnTo>
                  <a:pt x="337162" y="213291"/>
                </a:lnTo>
                <a:close/>
              </a:path>
              <a:path w="6288405" h="572135">
                <a:moveTo>
                  <a:pt x="527732" y="285855"/>
                </a:moveTo>
                <a:lnTo>
                  <a:pt x="29318" y="285855"/>
                </a:lnTo>
                <a:lnTo>
                  <a:pt x="29318" y="366481"/>
                </a:lnTo>
                <a:lnTo>
                  <a:pt x="390668" y="366481"/>
                </a:lnTo>
                <a:lnTo>
                  <a:pt x="390668" y="388469"/>
                </a:lnTo>
                <a:lnTo>
                  <a:pt x="29318" y="388469"/>
                </a:lnTo>
                <a:lnTo>
                  <a:pt x="29318" y="571710"/>
                </a:lnTo>
                <a:lnTo>
                  <a:pt x="535062" y="571710"/>
                </a:lnTo>
                <a:lnTo>
                  <a:pt x="535062" y="491084"/>
                </a:lnTo>
                <a:lnTo>
                  <a:pt x="167115" y="491084"/>
                </a:lnTo>
                <a:lnTo>
                  <a:pt x="167115" y="469095"/>
                </a:lnTo>
                <a:lnTo>
                  <a:pt x="527732" y="469095"/>
                </a:lnTo>
                <a:lnTo>
                  <a:pt x="527732" y="285855"/>
                </a:lnTo>
                <a:close/>
              </a:path>
              <a:path w="6288405" h="572135">
                <a:moveTo>
                  <a:pt x="1165466" y="343759"/>
                </a:moveTo>
                <a:lnTo>
                  <a:pt x="1042329" y="343759"/>
                </a:lnTo>
                <a:lnTo>
                  <a:pt x="1042329" y="571710"/>
                </a:lnTo>
                <a:lnTo>
                  <a:pt x="1165466" y="571710"/>
                </a:lnTo>
                <a:lnTo>
                  <a:pt x="1165466" y="343759"/>
                </a:lnTo>
                <a:close/>
              </a:path>
              <a:path w="6288405" h="572135">
                <a:moveTo>
                  <a:pt x="1020340" y="14659"/>
                </a:moveTo>
                <a:lnTo>
                  <a:pt x="897935" y="14659"/>
                </a:lnTo>
                <a:lnTo>
                  <a:pt x="897935" y="564380"/>
                </a:lnTo>
                <a:lnTo>
                  <a:pt x="1020340" y="564380"/>
                </a:lnTo>
                <a:lnTo>
                  <a:pt x="1020340" y="343759"/>
                </a:lnTo>
                <a:lnTo>
                  <a:pt x="1165466" y="343759"/>
                </a:lnTo>
                <a:lnTo>
                  <a:pt x="1165466" y="233814"/>
                </a:lnTo>
                <a:lnTo>
                  <a:pt x="1020340" y="233814"/>
                </a:lnTo>
                <a:lnTo>
                  <a:pt x="1020340" y="14659"/>
                </a:lnTo>
                <a:close/>
              </a:path>
              <a:path w="6288405" h="572135">
                <a:moveTo>
                  <a:pt x="1165466" y="14659"/>
                </a:moveTo>
                <a:lnTo>
                  <a:pt x="1042329" y="14659"/>
                </a:lnTo>
                <a:lnTo>
                  <a:pt x="1042329" y="233814"/>
                </a:lnTo>
                <a:lnTo>
                  <a:pt x="1165466" y="233814"/>
                </a:lnTo>
                <a:lnTo>
                  <a:pt x="1165466" y="14659"/>
                </a:lnTo>
                <a:close/>
              </a:path>
              <a:path w="6288405" h="572135">
                <a:moveTo>
                  <a:pt x="875946" y="19057"/>
                </a:moveTo>
                <a:lnTo>
                  <a:pt x="623074" y="19057"/>
                </a:lnTo>
                <a:lnTo>
                  <a:pt x="623074" y="129734"/>
                </a:lnTo>
                <a:lnTo>
                  <a:pt x="875946" y="129734"/>
                </a:lnTo>
                <a:lnTo>
                  <a:pt x="875946" y="19057"/>
                </a:lnTo>
                <a:close/>
              </a:path>
              <a:path w="6288405" h="572135">
                <a:moveTo>
                  <a:pt x="875946" y="439044"/>
                </a:moveTo>
                <a:lnTo>
                  <a:pt x="623074" y="439044"/>
                </a:lnTo>
                <a:lnTo>
                  <a:pt x="623074" y="549721"/>
                </a:lnTo>
                <a:lnTo>
                  <a:pt x="875946" y="549721"/>
                </a:lnTo>
                <a:lnTo>
                  <a:pt x="875946" y="439044"/>
                </a:lnTo>
                <a:close/>
              </a:path>
              <a:path w="6288405" h="572135">
                <a:moveTo>
                  <a:pt x="737417" y="151723"/>
                </a:moveTo>
                <a:lnTo>
                  <a:pt x="634069" y="151723"/>
                </a:lnTo>
                <a:lnTo>
                  <a:pt x="642131" y="439044"/>
                </a:lnTo>
                <a:lnTo>
                  <a:pt x="740348" y="439044"/>
                </a:lnTo>
                <a:lnTo>
                  <a:pt x="737417" y="151723"/>
                </a:lnTo>
                <a:close/>
              </a:path>
              <a:path w="6288405" h="572135">
                <a:moveTo>
                  <a:pt x="864952" y="151723"/>
                </a:moveTo>
                <a:lnTo>
                  <a:pt x="761604" y="151723"/>
                </a:lnTo>
                <a:lnTo>
                  <a:pt x="758672" y="439044"/>
                </a:lnTo>
                <a:lnTo>
                  <a:pt x="856889" y="439044"/>
                </a:lnTo>
                <a:lnTo>
                  <a:pt x="864952" y="151723"/>
                </a:lnTo>
                <a:close/>
              </a:path>
              <a:path w="6288405" h="572135">
                <a:moveTo>
                  <a:pt x="2001158" y="439777"/>
                </a:moveTo>
                <a:lnTo>
                  <a:pt x="1473425" y="439777"/>
                </a:lnTo>
                <a:lnTo>
                  <a:pt x="1473425" y="549721"/>
                </a:lnTo>
                <a:lnTo>
                  <a:pt x="2001158" y="549721"/>
                </a:lnTo>
                <a:lnTo>
                  <a:pt x="2001158" y="439777"/>
                </a:lnTo>
                <a:close/>
              </a:path>
              <a:path w="6288405" h="572135">
                <a:moveTo>
                  <a:pt x="1806190" y="344492"/>
                </a:moveTo>
                <a:lnTo>
                  <a:pt x="1668393" y="344492"/>
                </a:lnTo>
                <a:lnTo>
                  <a:pt x="1668393" y="439777"/>
                </a:lnTo>
                <a:lnTo>
                  <a:pt x="1806190" y="439777"/>
                </a:lnTo>
                <a:lnTo>
                  <a:pt x="1806190" y="344492"/>
                </a:lnTo>
                <a:close/>
              </a:path>
              <a:path w="6288405" h="572135">
                <a:moveTo>
                  <a:pt x="1823048" y="131933"/>
                </a:moveTo>
                <a:lnTo>
                  <a:pt x="1651535" y="131933"/>
                </a:lnTo>
                <a:lnTo>
                  <a:pt x="1638983" y="155708"/>
                </a:lnTo>
                <a:lnTo>
                  <a:pt x="1623316" y="177193"/>
                </a:lnTo>
                <a:lnTo>
                  <a:pt x="1582636" y="213291"/>
                </a:lnTo>
                <a:lnTo>
                  <a:pt x="1531879" y="237479"/>
                </a:lnTo>
                <a:lnTo>
                  <a:pt x="1473425" y="248474"/>
                </a:lnTo>
                <a:lnTo>
                  <a:pt x="1502743" y="351088"/>
                </a:lnTo>
                <a:lnTo>
                  <a:pt x="1572741" y="339544"/>
                </a:lnTo>
                <a:lnTo>
                  <a:pt x="1636142" y="316639"/>
                </a:lnTo>
                <a:lnTo>
                  <a:pt x="1691848" y="282923"/>
                </a:lnTo>
                <a:lnTo>
                  <a:pt x="1737291" y="240411"/>
                </a:lnTo>
                <a:lnTo>
                  <a:pt x="1954300" y="240411"/>
                </a:lnTo>
                <a:lnTo>
                  <a:pt x="1916363" y="227034"/>
                </a:lnTo>
                <a:lnTo>
                  <a:pt x="1870049" y="196388"/>
                </a:lnTo>
                <a:lnTo>
                  <a:pt x="1835600" y="155708"/>
                </a:lnTo>
                <a:lnTo>
                  <a:pt x="1823048" y="131933"/>
                </a:lnTo>
                <a:close/>
              </a:path>
              <a:path w="6288405" h="572135">
                <a:moveTo>
                  <a:pt x="1954300" y="240411"/>
                </a:moveTo>
                <a:lnTo>
                  <a:pt x="1737291" y="240411"/>
                </a:lnTo>
                <a:lnTo>
                  <a:pt x="1758684" y="262766"/>
                </a:lnTo>
                <a:lnTo>
                  <a:pt x="1808892" y="300880"/>
                </a:lnTo>
                <a:lnTo>
                  <a:pt x="1868904" y="329512"/>
                </a:lnTo>
                <a:lnTo>
                  <a:pt x="1935970" y="346736"/>
                </a:lnTo>
                <a:lnTo>
                  <a:pt x="1971839" y="351088"/>
                </a:lnTo>
                <a:lnTo>
                  <a:pt x="2001158" y="248474"/>
                </a:lnTo>
                <a:lnTo>
                  <a:pt x="1970969" y="244626"/>
                </a:lnTo>
                <a:lnTo>
                  <a:pt x="1954300" y="240411"/>
                </a:lnTo>
                <a:close/>
              </a:path>
              <a:path w="6288405" h="572135">
                <a:moveTo>
                  <a:pt x="1986498" y="21988"/>
                </a:moveTo>
                <a:lnTo>
                  <a:pt x="1488084" y="21988"/>
                </a:lnTo>
                <a:lnTo>
                  <a:pt x="1488084" y="131933"/>
                </a:lnTo>
                <a:lnTo>
                  <a:pt x="1986498" y="131933"/>
                </a:lnTo>
                <a:lnTo>
                  <a:pt x="1986498" y="21988"/>
                </a:lnTo>
                <a:close/>
              </a:path>
              <a:path w="6288405" h="572135">
                <a:moveTo>
                  <a:pt x="2248784" y="362816"/>
                </a:moveTo>
                <a:lnTo>
                  <a:pt x="2110987" y="362816"/>
                </a:lnTo>
                <a:lnTo>
                  <a:pt x="2110987" y="571710"/>
                </a:lnTo>
                <a:lnTo>
                  <a:pt x="2609401" y="571710"/>
                </a:lnTo>
                <a:lnTo>
                  <a:pt x="2609401" y="461766"/>
                </a:lnTo>
                <a:lnTo>
                  <a:pt x="2248784" y="461766"/>
                </a:lnTo>
                <a:lnTo>
                  <a:pt x="2248784" y="362816"/>
                </a:lnTo>
                <a:close/>
              </a:path>
              <a:path w="6288405" h="572135">
                <a:moveTo>
                  <a:pt x="2609401" y="196433"/>
                </a:moveTo>
                <a:lnTo>
                  <a:pt x="2379984" y="196433"/>
                </a:lnTo>
                <a:lnTo>
                  <a:pt x="2379984" y="244809"/>
                </a:lnTo>
                <a:lnTo>
                  <a:pt x="2471605" y="244809"/>
                </a:lnTo>
                <a:lnTo>
                  <a:pt x="2471605" y="377475"/>
                </a:lnTo>
                <a:lnTo>
                  <a:pt x="2609401" y="377475"/>
                </a:lnTo>
                <a:lnTo>
                  <a:pt x="2609401" y="196433"/>
                </a:lnTo>
                <a:close/>
              </a:path>
              <a:path w="6288405" h="572135">
                <a:moveTo>
                  <a:pt x="2409303" y="21988"/>
                </a:moveTo>
                <a:lnTo>
                  <a:pt x="2096328" y="21988"/>
                </a:lnTo>
                <a:lnTo>
                  <a:pt x="2096328" y="130467"/>
                </a:lnTo>
                <a:lnTo>
                  <a:pt x="2259046" y="130467"/>
                </a:lnTo>
                <a:lnTo>
                  <a:pt x="2255839" y="150257"/>
                </a:lnTo>
                <a:lnTo>
                  <a:pt x="2230185" y="183240"/>
                </a:lnTo>
                <a:lnTo>
                  <a:pt x="2180619" y="206695"/>
                </a:lnTo>
                <a:lnTo>
                  <a:pt x="2117584" y="218422"/>
                </a:lnTo>
                <a:lnTo>
                  <a:pt x="2081669" y="219888"/>
                </a:lnTo>
                <a:lnTo>
                  <a:pt x="2096328" y="329832"/>
                </a:lnTo>
                <a:lnTo>
                  <a:pt x="2149101" y="328046"/>
                </a:lnTo>
                <a:lnTo>
                  <a:pt x="2196744" y="322686"/>
                </a:lnTo>
                <a:lnTo>
                  <a:pt x="2239256" y="313753"/>
                </a:lnTo>
                <a:lnTo>
                  <a:pt x="2276637" y="301247"/>
                </a:lnTo>
                <a:lnTo>
                  <a:pt x="2337289" y="260384"/>
                </a:lnTo>
                <a:lnTo>
                  <a:pt x="2379984" y="196433"/>
                </a:lnTo>
                <a:lnTo>
                  <a:pt x="2609401" y="196433"/>
                </a:lnTo>
                <a:lnTo>
                  <a:pt x="2609401" y="134132"/>
                </a:lnTo>
                <a:lnTo>
                  <a:pt x="2399041" y="134132"/>
                </a:lnTo>
                <a:lnTo>
                  <a:pt x="2403531" y="108432"/>
                </a:lnTo>
                <a:lnTo>
                  <a:pt x="2406737" y="81175"/>
                </a:lnTo>
                <a:lnTo>
                  <a:pt x="2408661" y="52360"/>
                </a:lnTo>
                <a:lnTo>
                  <a:pt x="2409303" y="21988"/>
                </a:lnTo>
                <a:close/>
              </a:path>
              <a:path w="6288405" h="572135">
                <a:moveTo>
                  <a:pt x="2609401" y="14659"/>
                </a:moveTo>
                <a:lnTo>
                  <a:pt x="2471605" y="14659"/>
                </a:lnTo>
                <a:lnTo>
                  <a:pt x="2471605" y="134132"/>
                </a:lnTo>
                <a:lnTo>
                  <a:pt x="2609401" y="134132"/>
                </a:lnTo>
                <a:lnTo>
                  <a:pt x="2609401" y="14659"/>
                </a:lnTo>
                <a:close/>
              </a:path>
              <a:path w="6288405" h="572135">
                <a:moveTo>
                  <a:pt x="3116036" y="15392"/>
                </a:moveTo>
                <a:lnTo>
                  <a:pt x="3109196" y="15392"/>
                </a:lnTo>
                <a:lnTo>
                  <a:pt x="3091925" y="15941"/>
                </a:lnTo>
                <a:lnTo>
                  <a:pt x="3039564" y="24187"/>
                </a:lnTo>
                <a:lnTo>
                  <a:pt x="2991189" y="43153"/>
                </a:lnTo>
                <a:lnTo>
                  <a:pt x="2950509" y="72929"/>
                </a:lnTo>
                <a:lnTo>
                  <a:pt x="2921924" y="113929"/>
                </a:lnTo>
                <a:lnTo>
                  <a:pt x="2912029" y="167115"/>
                </a:lnTo>
                <a:lnTo>
                  <a:pt x="2913357" y="188004"/>
                </a:lnTo>
                <a:lnTo>
                  <a:pt x="2923985" y="225385"/>
                </a:lnTo>
                <a:lnTo>
                  <a:pt x="2959122" y="268630"/>
                </a:lnTo>
                <a:lnTo>
                  <a:pt x="2994120" y="285855"/>
                </a:lnTo>
                <a:lnTo>
                  <a:pt x="2951151" y="304866"/>
                </a:lnTo>
                <a:lnTo>
                  <a:pt x="2920458" y="332581"/>
                </a:lnTo>
                <a:lnTo>
                  <a:pt x="2902042" y="369000"/>
                </a:lnTo>
                <a:lnTo>
                  <a:pt x="2895904" y="414123"/>
                </a:lnTo>
                <a:lnTo>
                  <a:pt x="2896912" y="434600"/>
                </a:lnTo>
                <a:lnTo>
                  <a:pt x="2912029" y="486686"/>
                </a:lnTo>
                <a:lnTo>
                  <a:pt x="2943226" y="525579"/>
                </a:lnTo>
                <a:lnTo>
                  <a:pt x="2988074" y="552286"/>
                </a:lnTo>
                <a:lnTo>
                  <a:pt x="3024905" y="563647"/>
                </a:lnTo>
                <a:lnTo>
                  <a:pt x="3067050" y="569694"/>
                </a:lnTo>
                <a:lnTo>
                  <a:pt x="3112861" y="571710"/>
                </a:lnTo>
                <a:lnTo>
                  <a:pt x="3367931" y="571710"/>
                </a:lnTo>
                <a:lnTo>
                  <a:pt x="3367931" y="461766"/>
                </a:lnTo>
                <a:lnTo>
                  <a:pt x="3122389" y="461766"/>
                </a:lnTo>
                <a:lnTo>
                  <a:pt x="3108646" y="460849"/>
                </a:lnTo>
                <a:lnTo>
                  <a:pt x="3065355" y="438631"/>
                </a:lnTo>
                <a:lnTo>
                  <a:pt x="3054224" y="403862"/>
                </a:lnTo>
                <a:lnTo>
                  <a:pt x="3054224" y="397509"/>
                </a:lnTo>
                <a:lnTo>
                  <a:pt x="3055445" y="391157"/>
                </a:lnTo>
                <a:lnTo>
                  <a:pt x="3057888" y="384805"/>
                </a:lnTo>
                <a:lnTo>
                  <a:pt x="3060331" y="377964"/>
                </a:lnTo>
                <a:lnTo>
                  <a:pt x="3064241" y="372100"/>
                </a:lnTo>
                <a:lnTo>
                  <a:pt x="3069616" y="367213"/>
                </a:lnTo>
                <a:lnTo>
                  <a:pt x="3074991" y="361838"/>
                </a:lnTo>
                <a:lnTo>
                  <a:pt x="3118724" y="348889"/>
                </a:lnTo>
                <a:lnTo>
                  <a:pt x="3431699" y="348889"/>
                </a:lnTo>
                <a:lnTo>
                  <a:pt x="3431699" y="235280"/>
                </a:lnTo>
                <a:lnTo>
                  <a:pt x="3118724" y="235280"/>
                </a:lnTo>
                <a:lnTo>
                  <a:pt x="3106676" y="234272"/>
                </a:lnTo>
                <a:lnTo>
                  <a:pt x="3074426" y="210680"/>
                </a:lnTo>
                <a:lnTo>
                  <a:pt x="3067417" y="184706"/>
                </a:lnTo>
                <a:lnTo>
                  <a:pt x="3068470" y="173620"/>
                </a:lnTo>
                <a:lnTo>
                  <a:pt x="3093162" y="141965"/>
                </a:lnTo>
                <a:lnTo>
                  <a:pt x="3125321" y="134132"/>
                </a:lnTo>
                <a:lnTo>
                  <a:pt x="3148776" y="134132"/>
                </a:lnTo>
                <a:lnTo>
                  <a:pt x="3148776" y="18324"/>
                </a:lnTo>
                <a:lnTo>
                  <a:pt x="3142423" y="17346"/>
                </a:lnTo>
                <a:lnTo>
                  <a:pt x="3135827" y="16613"/>
                </a:lnTo>
                <a:lnTo>
                  <a:pt x="3122633" y="15636"/>
                </a:lnTo>
                <a:lnTo>
                  <a:pt x="3116036" y="15392"/>
                </a:lnTo>
                <a:close/>
              </a:path>
              <a:path w="6288405" h="572135">
                <a:moveTo>
                  <a:pt x="3367931" y="348889"/>
                </a:moveTo>
                <a:lnTo>
                  <a:pt x="3209611" y="348889"/>
                </a:lnTo>
                <a:lnTo>
                  <a:pt x="3209611" y="461766"/>
                </a:lnTo>
                <a:lnTo>
                  <a:pt x="3367931" y="461766"/>
                </a:lnTo>
                <a:lnTo>
                  <a:pt x="3367931" y="348889"/>
                </a:lnTo>
                <a:close/>
              </a:path>
              <a:path w="6288405" h="572135">
                <a:moveTo>
                  <a:pt x="3367931" y="139995"/>
                </a:moveTo>
                <a:lnTo>
                  <a:pt x="3257987" y="139995"/>
                </a:lnTo>
                <a:lnTo>
                  <a:pt x="3215475" y="235280"/>
                </a:lnTo>
                <a:lnTo>
                  <a:pt x="3367931" y="235280"/>
                </a:lnTo>
                <a:lnTo>
                  <a:pt x="3367931" y="139995"/>
                </a:lnTo>
                <a:close/>
              </a:path>
              <a:path w="6288405" h="572135">
                <a:moveTo>
                  <a:pt x="3148776" y="134132"/>
                </a:moveTo>
                <a:lnTo>
                  <a:pt x="3131185" y="134132"/>
                </a:lnTo>
                <a:lnTo>
                  <a:pt x="3139003" y="135353"/>
                </a:lnTo>
                <a:lnTo>
                  <a:pt x="3148776" y="137796"/>
                </a:lnTo>
                <a:lnTo>
                  <a:pt x="3148776" y="134132"/>
                </a:lnTo>
                <a:close/>
              </a:path>
              <a:path w="6288405" h="572135">
                <a:moveTo>
                  <a:pt x="4232626" y="14659"/>
                </a:moveTo>
                <a:lnTo>
                  <a:pt x="4094829" y="14659"/>
                </a:lnTo>
                <a:lnTo>
                  <a:pt x="4094829" y="333497"/>
                </a:lnTo>
                <a:lnTo>
                  <a:pt x="4232626" y="333497"/>
                </a:lnTo>
                <a:lnTo>
                  <a:pt x="4232626" y="230150"/>
                </a:lnTo>
                <a:lnTo>
                  <a:pt x="4287598" y="230150"/>
                </a:lnTo>
                <a:lnTo>
                  <a:pt x="4287598" y="119472"/>
                </a:lnTo>
                <a:lnTo>
                  <a:pt x="4232626" y="119472"/>
                </a:lnTo>
                <a:lnTo>
                  <a:pt x="4232626" y="14659"/>
                </a:lnTo>
                <a:close/>
              </a:path>
              <a:path w="6288405" h="572135">
                <a:moveTo>
                  <a:pt x="3857349" y="20522"/>
                </a:moveTo>
                <a:lnTo>
                  <a:pt x="3719553" y="20522"/>
                </a:lnTo>
                <a:lnTo>
                  <a:pt x="3719553" y="318105"/>
                </a:lnTo>
                <a:lnTo>
                  <a:pt x="4031794" y="318105"/>
                </a:lnTo>
                <a:lnTo>
                  <a:pt x="4031794" y="208161"/>
                </a:lnTo>
                <a:lnTo>
                  <a:pt x="3857349" y="208161"/>
                </a:lnTo>
                <a:lnTo>
                  <a:pt x="3857349" y="20522"/>
                </a:lnTo>
                <a:close/>
              </a:path>
              <a:path w="6288405" h="572135">
                <a:moveTo>
                  <a:pt x="4232626" y="362816"/>
                </a:moveTo>
                <a:lnTo>
                  <a:pt x="3734212" y="362816"/>
                </a:lnTo>
                <a:lnTo>
                  <a:pt x="3734212" y="472760"/>
                </a:lnTo>
                <a:lnTo>
                  <a:pt x="4094829" y="472760"/>
                </a:lnTo>
                <a:lnTo>
                  <a:pt x="4094829" y="571710"/>
                </a:lnTo>
                <a:lnTo>
                  <a:pt x="4232626" y="571710"/>
                </a:lnTo>
                <a:lnTo>
                  <a:pt x="4232626" y="362816"/>
                </a:lnTo>
                <a:close/>
              </a:path>
              <a:path w="6288405" h="572135">
                <a:moveTo>
                  <a:pt x="4658448" y="58636"/>
                </a:moveTo>
                <a:lnTo>
                  <a:pt x="4331547" y="58636"/>
                </a:lnTo>
                <a:lnTo>
                  <a:pt x="4331547" y="170047"/>
                </a:lnTo>
                <a:lnTo>
                  <a:pt x="4658448" y="170047"/>
                </a:lnTo>
                <a:lnTo>
                  <a:pt x="4658448" y="58636"/>
                </a:lnTo>
                <a:close/>
              </a:path>
              <a:path w="6288405" h="572135">
                <a:moveTo>
                  <a:pt x="4563896" y="0"/>
                </a:moveTo>
                <a:lnTo>
                  <a:pt x="4426099" y="0"/>
                </a:lnTo>
                <a:lnTo>
                  <a:pt x="4426099" y="58636"/>
                </a:lnTo>
                <a:lnTo>
                  <a:pt x="4563896" y="58636"/>
                </a:lnTo>
                <a:lnTo>
                  <a:pt x="4563896" y="0"/>
                </a:lnTo>
                <a:close/>
              </a:path>
              <a:path w="6288405" h="572135">
                <a:moveTo>
                  <a:pt x="4844621" y="14659"/>
                </a:moveTo>
                <a:lnTo>
                  <a:pt x="4706824" y="14659"/>
                </a:lnTo>
                <a:lnTo>
                  <a:pt x="4706824" y="571710"/>
                </a:lnTo>
                <a:lnTo>
                  <a:pt x="4844621" y="571710"/>
                </a:lnTo>
                <a:lnTo>
                  <a:pt x="4844621" y="343759"/>
                </a:lnTo>
                <a:lnTo>
                  <a:pt x="4899593" y="343759"/>
                </a:lnTo>
                <a:lnTo>
                  <a:pt x="4899593" y="233814"/>
                </a:lnTo>
                <a:lnTo>
                  <a:pt x="4844621" y="233814"/>
                </a:lnTo>
                <a:lnTo>
                  <a:pt x="4844621" y="14659"/>
                </a:lnTo>
                <a:close/>
              </a:path>
              <a:path w="6288405" h="572135">
                <a:moveTo>
                  <a:pt x="4496464" y="190570"/>
                </a:moveTo>
                <a:lnTo>
                  <a:pt x="4452303" y="195517"/>
                </a:lnTo>
                <a:lnTo>
                  <a:pt x="4413639" y="210360"/>
                </a:lnTo>
                <a:lnTo>
                  <a:pt x="4382305" y="234181"/>
                </a:lnTo>
                <a:lnTo>
                  <a:pt x="4358667" y="266065"/>
                </a:lnTo>
                <a:lnTo>
                  <a:pt x="4343824" y="304179"/>
                </a:lnTo>
                <a:lnTo>
                  <a:pt x="4338877" y="348156"/>
                </a:lnTo>
                <a:lnTo>
                  <a:pt x="4338877" y="399464"/>
                </a:lnTo>
                <a:lnTo>
                  <a:pt x="4343824" y="443625"/>
                </a:lnTo>
                <a:lnTo>
                  <a:pt x="4358667" y="482288"/>
                </a:lnTo>
                <a:lnTo>
                  <a:pt x="4382305" y="513623"/>
                </a:lnTo>
                <a:lnTo>
                  <a:pt x="4413639" y="537261"/>
                </a:lnTo>
                <a:lnTo>
                  <a:pt x="4452303" y="552103"/>
                </a:lnTo>
                <a:lnTo>
                  <a:pt x="4496464" y="557051"/>
                </a:lnTo>
                <a:lnTo>
                  <a:pt x="4519185" y="555814"/>
                </a:lnTo>
                <a:lnTo>
                  <a:pt x="4560231" y="545919"/>
                </a:lnTo>
                <a:lnTo>
                  <a:pt x="4595505" y="526404"/>
                </a:lnTo>
                <a:lnTo>
                  <a:pt x="4623358" y="498918"/>
                </a:lnTo>
                <a:lnTo>
                  <a:pt x="4642919" y="463644"/>
                </a:lnTo>
                <a:lnTo>
                  <a:pt x="4648027" y="447106"/>
                </a:lnTo>
                <a:lnTo>
                  <a:pt x="4488645" y="447106"/>
                </a:lnTo>
                <a:lnTo>
                  <a:pt x="4482293" y="444907"/>
                </a:lnTo>
                <a:lnTo>
                  <a:pt x="4477407" y="440510"/>
                </a:lnTo>
                <a:lnTo>
                  <a:pt x="4473009" y="435623"/>
                </a:lnTo>
                <a:lnTo>
                  <a:pt x="4470810" y="429271"/>
                </a:lnTo>
                <a:lnTo>
                  <a:pt x="4470810" y="318349"/>
                </a:lnTo>
                <a:lnTo>
                  <a:pt x="4473009" y="312241"/>
                </a:lnTo>
                <a:lnTo>
                  <a:pt x="4482293" y="302957"/>
                </a:lnTo>
                <a:lnTo>
                  <a:pt x="4488645" y="300514"/>
                </a:lnTo>
                <a:lnTo>
                  <a:pt x="4647958" y="300514"/>
                </a:lnTo>
                <a:lnTo>
                  <a:pt x="4642919" y="284389"/>
                </a:lnTo>
                <a:lnTo>
                  <a:pt x="4623358" y="249115"/>
                </a:lnTo>
                <a:lnTo>
                  <a:pt x="4595505" y="221262"/>
                </a:lnTo>
                <a:lnTo>
                  <a:pt x="4560231" y="201701"/>
                </a:lnTo>
                <a:lnTo>
                  <a:pt x="4519185" y="191806"/>
                </a:lnTo>
                <a:lnTo>
                  <a:pt x="4496464" y="190570"/>
                </a:lnTo>
                <a:close/>
              </a:path>
              <a:path w="6288405" h="572135">
                <a:moveTo>
                  <a:pt x="4647958" y="300514"/>
                </a:moveTo>
                <a:lnTo>
                  <a:pt x="4504282" y="300514"/>
                </a:lnTo>
                <a:lnTo>
                  <a:pt x="4510390" y="302957"/>
                </a:lnTo>
                <a:lnTo>
                  <a:pt x="4514788" y="307844"/>
                </a:lnTo>
                <a:lnTo>
                  <a:pt x="4519674" y="312241"/>
                </a:lnTo>
                <a:lnTo>
                  <a:pt x="4522117" y="318349"/>
                </a:lnTo>
                <a:lnTo>
                  <a:pt x="4522117" y="429271"/>
                </a:lnTo>
                <a:lnTo>
                  <a:pt x="4519674" y="435623"/>
                </a:lnTo>
                <a:lnTo>
                  <a:pt x="4510390" y="444907"/>
                </a:lnTo>
                <a:lnTo>
                  <a:pt x="4504282" y="447106"/>
                </a:lnTo>
                <a:lnTo>
                  <a:pt x="4648027" y="447106"/>
                </a:lnTo>
                <a:lnTo>
                  <a:pt x="4649103" y="443625"/>
                </a:lnTo>
                <a:lnTo>
                  <a:pt x="4652813" y="422231"/>
                </a:lnTo>
                <a:lnTo>
                  <a:pt x="4654050" y="399464"/>
                </a:lnTo>
                <a:lnTo>
                  <a:pt x="4654050" y="348156"/>
                </a:lnTo>
                <a:lnTo>
                  <a:pt x="4652813" y="325435"/>
                </a:lnTo>
                <a:lnTo>
                  <a:pt x="4649103" y="304179"/>
                </a:lnTo>
                <a:lnTo>
                  <a:pt x="4647958" y="300514"/>
                </a:lnTo>
                <a:close/>
              </a:path>
              <a:path w="6288405" h="572135">
                <a:moveTo>
                  <a:pt x="5691020" y="439777"/>
                </a:moveTo>
                <a:lnTo>
                  <a:pt x="5163287" y="439777"/>
                </a:lnTo>
                <a:lnTo>
                  <a:pt x="5163287" y="549721"/>
                </a:lnTo>
                <a:lnTo>
                  <a:pt x="5691020" y="549721"/>
                </a:lnTo>
                <a:lnTo>
                  <a:pt x="5691020" y="439777"/>
                </a:lnTo>
                <a:close/>
              </a:path>
              <a:path w="6288405" h="572135">
                <a:moveTo>
                  <a:pt x="5496052" y="406793"/>
                </a:moveTo>
                <a:lnTo>
                  <a:pt x="5358255" y="406793"/>
                </a:lnTo>
                <a:lnTo>
                  <a:pt x="5358255" y="439777"/>
                </a:lnTo>
                <a:lnTo>
                  <a:pt x="5496052" y="439777"/>
                </a:lnTo>
                <a:lnTo>
                  <a:pt x="5496052" y="406793"/>
                </a:lnTo>
                <a:close/>
              </a:path>
              <a:path w="6288405" h="572135">
                <a:moveTo>
                  <a:pt x="5676361" y="21988"/>
                </a:moveTo>
                <a:lnTo>
                  <a:pt x="5177946" y="21988"/>
                </a:lnTo>
                <a:lnTo>
                  <a:pt x="5177946" y="131933"/>
                </a:lnTo>
                <a:lnTo>
                  <a:pt x="5545893" y="131933"/>
                </a:lnTo>
                <a:lnTo>
                  <a:pt x="5545893" y="159785"/>
                </a:lnTo>
                <a:lnTo>
                  <a:pt x="5177946" y="159785"/>
                </a:lnTo>
                <a:lnTo>
                  <a:pt x="5177946" y="406793"/>
                </a:lnTo>
                <a:lnTo>
                  <a:pt x="5683690" y="406793"/>
                </a:lnTo>
                <a:lnTo>
                  <a:pt x="5683690" y="296849"/>
                </a:lnTo>
                <a:lnTo>
                  <a:pt x="5307681" y="296849"/>
                </a:lnTo>
                <a:lnTo>
                  <a:pt x="5307681" y="269730"/>
                </a:lnTo>
                <a:lnTo>
                  <a:pt x="5676361" y="269730"/>
                </a:lnTo>
                <a:lnTo>
                  <a:pt x="5676361" y="21988"/>
                </a:lnTo>
                <a:close/>
              </a:path>
              <a:path w="6288405" h="572135">
                <a:moveTo>
                  <a:pt x="6288269" y="14659"/>
                </a:moveTo>
                <a:lnTo>
                  <a:pt x="6150472" y="14659"/>
                </a:lnTo>
                <a:lnTo>
                  <a:pt x="6150472" y="329832"/>
                </a:lnTo>
                <a:lnTo>
                  <a:pt x="6288269" y="329832"/>
                </a:lnTo>
                <a:lnTo>
                  <a:pt x="6288269" y="14659"/>
                </a:lnTo>
                <a:close/>
              </a:path>
              <a:path w="6288405" h="572135">
                <a:moveTo>
                  <a:pt x="6011210" y="130467"/>
                </a:moveTo>
                <a:lnTo>
                  <a:pt x="5866816" y="130467"/>
                </a:lnTo>
                <a:lnTo>
                  <a:pt x="5861227" y="152318"/>
                </a:lnTo>
                <a:lnTo>
                  <a:pt x="5853256" y="170963"/>
                </a:lnTo>
                <a:lnTo>
                  <a:pt x="5815600" y="207932"/>
                </a:lnTo>
                <a:lnTo>
                  <a:pt x="5764201" y="219888"/>
                </a:lnTo>
                <a:lnTo>
                  <a:pt x="5786191" y="329832"/>
                </a:lnTo>
                <a:lnTo>
                  <a:pt x="5827969" y="325618"/>
                </a:lnTo>
                <a:lnTo>
                  <a:pt x="5868282" y="312974"/>
                </a:lnTo>
                <a:lnTo>
                  <a:pt x="5906213" y="292635"/>
                </a:lnTo>
                <a:lnTo>
                  <a:pt x="5939380" y="265332"/>
                </a:lnTo>
                <a:lnTo>
                  <a:pt x="6104736" y="265332"/>
                </a:lnTo>
                <a:lnTo>
                  <a:pt x="6113824" y="219888"/>
                </a:lnTo>
                <a:lnTo>
                  <a:pt x="6095409" y="218560"/>
                </a:lnTo>
                <a:lnTo>
                  <a:pt x="6078276" y="214574"/>
                </a:lnTo>
                <a:lnTo>
                  <a:pt x="6035122" y="186401"/>
                </a:lnTo>
                <a:lnTo>
                  <a:pt x="6016799" y="152318"/>
                </a:lnTo>
                <a:lnTo>
                  <a:pt x="6011210" y="130467"/>
                </a:lnTo>
                <a:close/>
              </a:path>
              <a:path w="6288405" h="572135">
                <a:moveTo>
                  <a:pt x="6104736" y="265332"/>
                </a:moveTo>
                <a:lnTo>
                  <a:pt x="5939380" y="265332"/>
                </a:lnTo>
                <a:lnTo>
                  <a:pt x="5955001" y="279854"/>
                </a:lnTo>
                <a:lnTo>
                  <a:pt x="5989816" y="303675"/>
                </a:lnTo>
                <a:lnTo>
                  <a:pt x="6029305" y="320350"/>
                </a:lnTo>
                <a:lnTo>
                  <a:pt x="6070717" y="328779"/>
                </a:lnTo>
                <a:lnTo>
                  <a:pt x="6091836" y="329832"/>
                </a:lnTo>
                <a:lnTo>
                  <a:pt x="6104736" y="265332"/>
                </a:lnTo>
                <a:close/>
              </a:path>
              <a:path w="6288405" h="572135">
                <a:moveTo>
                  <a:pt x="6102097" y="20522"/>
                </a:moveTo>
                <a:lnTo>
                  <a:pt x="5775196" y="20522"/>
                </a:lnTo>
                <a:lnTo>
                  <a:pt x="5775196" y="130467"/>
                </a:lnTo>
                <a:lnTo>
                  <a:pt x="6102097" y="130467"/>
                </a:lnTo>
                <a:lnTo>
                  <a:pt x="6102097" y="20522"/>
                </a:lnTo>
                <a:close/>
              </a:path>
              <a:path w="6288405" h="572135">
                <a:moveTo>
                  <a:pt x="6288269" y="362816"/>
                </a:moveTo>
                <a:lnTo>
                  <a:pt x="5789855" y="362816"/>
                </a:lnTo>
                <a:lnTo>
                  <a:pt x="5789855" y="472760"/>
                </a:lnTo>
                <a:lnTo>
                  <a:pt x="6150472" y="472760"/>
                </a:lnTo>
                <a:lnTo>
                  <a:pt x="6150472" y="571710"/>
                </a:lnTo>
                <a:lnTo>
                  <a:pt x="6288269" y="571710"/>
                </a:lnTo>
                <a:lnTo>
                  <a:pt x="6288269" y="3628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48042" y="1978919"/>
            <a:ext cx="18774410" cy="83820"/>
          </a:xfrm>
          <a:custGeom>
            <a:avLst/>
            <a:gdLst/>
            <a:ahLst/>
            <a:cxnLst/>
            <a:rect l="l" t="t" r="r" b="b"/>
            <a:pathLst>
              <a:path w="18774410" h="83819">
                <a:moveTo>
                  <a:pt x="18774385" y="41910"/>
                </a:moveTo>
                <a:lnTo>
                  <a:pt x="18774334" y="21590"/>
                </a:lnTo>
                <a:lnTo>
                  <a:pt x="18774283" y="0"/>
                </a:lnTo>
                <a:lnTo>
                  <a:pt x="0" y="41884"/>
                </a:lnTo>
                <a:lnTo>
                  <a:pt x="50" y="63474"/>
                </a:lnTo>
                <a:lnTo>
                  <a:pt x="88" y="83794"/>
                </a:lnTo>
                <a:lnTo>
                  <a:pt x="18774385" y="41910"/>
                </a:lnTo>
                <a:close/>
              </a:path>
            </a:pathLst>
          </a:custGeom>
          <a:solidFill>
            <a:srgbClr val="FFFFFF">
              <a:alpha val="2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1389" y="3538740"/>
            <a:ext cx="3474266" cy="17494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21389" y="6156461"/>
            <a:ext cx="4353807" cy="10377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27139" y="7580920"/>
            <a:ext cx="3225032" cy="204182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951267" y="10850454"/>
            <a:ext cx="114132" cy="188475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10973487" y="3350683"/>
            <a:ext cx="7979409" cy="6272530"/>
            <a:chOff x="10973487" y="3350683"/>
            <a:chExt cx="7979409" cy="6272530"/>
          </a:xfrm>
        </p:grpSpPr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973487" y="3350683"/>
              <a:ext cx="7978814" cy="627206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3532650" y="7563973"/>
              <a:ext cx="312420" cy="1368425"/>
            </a:xfrm>
            <a:custGeom>
              <a:avLst/>
              <a:gdLst/>
              <a:ahLst/>
              <a:cxnLst/>
              <a:rect l="l" t="t" r="r" b="b"/>
              <a:pathLst>
                <a:path w="312419" h="1368425">
                  <a:moveTo>
                    <a:pt x="132486" y="484987"/>
                  </a:moveTo>
                  <a:lnTo>
                    <a:pt x="132410" y="357314"/>
                  </a:lnTo>
                  <a:lnTo>
                    <a:pt x="132245" y="299859"/>
                  </a:lnTo>
                  <a:lnTo>
                    <a:pt x="131914" y="245910"/>
                  </a:lnTo>
                  <a:lnTo>
                    <a:pt x="131381" y="197027"/>
                  </a:lnTo>
                  <a:lnTo>
                    <a:pt x="130568" y="154838"/>
                  </a:lnTo>
                  <a:lnTo>
                    <a:pt x="128841" y="105956"/>
                  </a:lnTo>
                  <a:lnTo>
                    <a:pt x="124701" y="50253"/>
                  </a:lnTo>
                  <a:lnTo>
                    <a:pt x="121183" y="21615"/>
                  </a:lnTo>
                  <a:lnTo>
                    <a:pt x="121246" y="7023"/>
                  </a:lnTo>
                  <a:lnTo>
                    <a:pt x="114223" y="0"/>
                  </a:lnTo>
                  <a:lnTo>
                    <a:pt x="96875" y="0"/>
                  </a:lnTo>
                  <a:lnTo>
                    <a:pt x="89839" y="7023"/>
                  </a:lnTo>
                  <a:lnTo>
                    <a:pt x="89903" y="24612"/>
                  </a:lnTo>
                  <a:lnTo>
                    <a:pt x="91808" y="39941"/>
                  </a:lnTo>
                  <a:lnTo>
                    <a:pt x="93459" y="53454"/>
                  </a:lnTo>
                  <a:lnTo>
                    <a:pt x="97472" y="107594"/>
                  </a:lnTo>
                  <a:lnTo>
                    <a:pt x="99161" y="155625"/>
                  </a:lnTo>
                  <a:lnTo>
                    <a:pt x="99974" y="197573"/>
                  </a:lnTo>
                  <a:lnTo>
                    <a:pt x="100507" y="246227"/>
                  </a:lnTo>
                  <a:lnTo>
                    <a:pt x="100838" y="299999"/>
                  </a:lnTo>
                  <a:lnTo>
                    <a:pt x="101003" y="357314"/>
                  </a:lnTo>
                  <a:lnTo>
                    <a:pt x="101066" y="484987"/>
                  </a:lnTo>
                  <a:lnTo>
                    <a:pt x="108102" y="492023"/>
                  </a:lnTo>
                  <a:lnTo>
                    <a:pt x="125450" y="492023"/>
                  </a:lnTo>
                  <a:lnTo>
                    <a:pt x="132486" y="484987"/>
                  </a:lnTo>
                  <a:close/>
                </a:path>
                <a:path w="312419" h="1368425">
                  <a:moveTo>
                    <a:pt x="177419" y="827138"/>
                  </a:moveTo>
                  <a:lnTo>
                    <a:pt x="170395" y="820102"/>
                  </a:lnTo>
                  <a:lnTo>
                    <a:pt x="153047" y="820102"/>
                  </a:lnTo>
                  <a:lnTo>
                    <a:pt x="146011" y="827138"/>
                  </a:lnTo>
                  <a:lnTo>
                    <a:pt x="146011" y="1361274"/>
                  </a:lnTo>
                  <a:lnTo>
                    <a:pt x="153047" y="1368310"/>
                  </a:lnTo>
                  <a:lnTo>
                    <a:pt x="170395" y="1368310"/>
                  </a:lnTo>
                  <a:lnTo>
                    <a:pt x="177419" y="1361274"/>
                  </a:lnTo>
                  <a:lnTo>
                    <a:pt x="177419" y="827138"/>
                  </a:lnTo>
                  <a:close/>
                </a:path>
                <a:path w="312419" h="1368425">
                  <a:moveTo>
                    <a:pt x="311975" y="361048"/>
                  </a:moveTo>
                  <a:lnTo>
                    <a:pt x="309613" y="355269"/>
                  </a:lnTo>
                  <a:lnTo>
                    <a:pt x="305206" y="350862"/>
                  </a:lnTo>
                  <a:lnTo>
                    <a:pt x="299631" y="348564"/>
                  </a:lnTo>
                  <a:lnTo>
                    <a:pt x="293611" y="348526"/>
                  </a:lnTo>
                  <a:lnTo>
                    <a:pt x="287845" y="350888"/>
                  </a:lnTo>
                  <a:lnTo>
                    <a:pt x="275805" y="358736"/>
                  </a:lnTo>
                  <a:lnTo>
                    <a:pt x="264769" y="365683"/>
                  </a:lnTo>
                  <a:lnTo>
                    <a:pt x="228460" y="388099"/>
                  </a:lnTo>
                  <a:lnTo>
                    <a:pt x="188937" y="426288"/>
                  </a:lnTo>
                  <a:lnTo>
                    <a:pt x="151091" y="474929"/>
                  </a:lnTo>
                  <a:lnTo>
                    <a:pt x="137515" y="492061"/>
                  </a:lnTo>
                  <a:lnTo>
                    <a:pt x="123405" y="509041"/>
                  </a:lnTo>
                  <a:lnTo>
                    <a:pt x="117055" y="516166"/>
                  </a:lnTo>
                  <a:lnTo>
                    <a:pt x="115900" y="515493"/>
                  </a:lnTo>
                  <a:lnTo>
                    <a:pt x="76771" y="478701"/>
                  </a:lnTo>
                  <a:lnTo>
                    <a:pt x="50330" y="448094"/>
                  </a:lnTo>
                  <a:lnTo>
                    <a:pt x="38493" y="433920"/>
                  </a:lnTo>
                  <a:lnTo>
                    <a:pt x="27482" y="421030"/>
                  </a:lnTo>
                  <a:lnTo>
                    <a:pt x="22529" y="417233"/>
                  </a:lnTo>
                  <a:lnTo>
                    <a:pt x="16713" y="415696"/>
                  </a:lnTo>
                  <a:lnTo>
                    <a:pt x="10731" y="416458"/>
                  </a:lnTo>
                  <a:lnTo>
                    <a:pt x="5321" y="419557"/>
                  </a:lnTo>
                  <a:lnTo>
                    <a:pt x="1536" y="424510"/>
                  </a:lnTo>
                  <a:lnTo>
                    <a:pt x="0" y="430326"/>
                  </a:lnTo>
                  <a:lnTo>
                    <a:pt x="749" y="436308"/>
                  </a:lnTo>
                  <a:lnTo>
                    <a:pt x="3848" y="441718"/>
                  </a:lnTo>
                  <a:lnTo>
                    <a:pt x="14046" y="453682"/>
                  </a:lnTo>
                  <a:lnTo>
                    <a:pt x="26238" y="468261"/>
                  </a:lnTo>
                  <a:lnTo>
                    <a:pt x="53517" y="499821"/>
                  </a:lnTo>
                  <a:lnTo>
                    <a:pt x="83045" y="529399"/>
                  </a:lnTo>
                  <a:lnTo>
                    <a:pt x="124091" y="555155"/>
                  </a:lnTo>
                  <a:lnTo>
                    <a:pt x="131775" y="546874"/>
                  </a:lnTo>
                  <a:lnTo>
                    <a:pt x="147332" y="529399"/>
                  </a:lnTo>
                  <a:lnTo>
                    <a:pt x="161937" y="511822"/>
                  </a:lnTo>
                  <a:lnTo>
                    <a:pt x="175907" y="494195"/>
                  </a:lnTo>
                  <a:lnTo>
                    <a:pt x="201676" y="460819"/>
                  </a:lnTo>
                  <a:lnTo>
                    <a:pt x="213360" y="446036"/>
                  </a:lnTo>
                  <a:lnTo>
                    <a:pt x="245618" y="414413"/>
                  </a:lnTo>
                  <a:lnTo>
                    <a:pt x="281330" y="392366"/>
                  </a:lnTo>
                  <a:lnTo>
                    <a:pt x="292735" y="385191"/>
                  </a:lnTo>
                  <a:lnTo>
                    <a:pt x="305219" y="377050"/>
                  </a:lnTo>
                  <a:lnTo>
                    <a:pt x="309638" y="372630"/>
                  </a:lnTo>
                  <a:lnTo>
                    <a:pt x="311924" y="367068"/>
                  </a:lnTo>
                  <a:lnTo>
                    <a:pt x="311975" y="361048"/>
                  </a:lnTo>
                  <a:close/>
                </a:path>
              </a:pathLst>
            </a:custGeom>
            <a:solidFill>
              <a:srgbClr val="FF01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620559" y="8765087"/>
              <a:ext cx="191590" cy="22135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696793" y="3172678"/>
            <a:ext cx="5969000" cy="7141209"/>
          </a:xfrm>
          <a:custGeom>
            <a:avLst/>
            <a:gdLst/>
            <a:ahLst/>
            <a:cxnLst/>
            <a:rect l="l" t="t" r="r" b="b"/>
            <a:pathLst>
              <a:path w="5969000" h="7141209">
                <a:moveTo>
                  <a:pt x="5425598" y="0"/>
                </a:moveTo>
                <a:lnTo>
                  <a:pt x="542806" y="0"/>
                </a:lnTo>
                <a:lnTo>
                  <a:pt x="495971" y="1992"/>
                </a:lnTo>
                <a:lnTo>
                  <a:pt x="450241" y="7861"/>
                </a:lnTo>
                <a:lnTo>
                  <a:pt x="405782" y="17442"/>
                </a:lnTo>
                <a:lnTo>
                  <a:pt x="362754" y="30575"/>
                </a:lnTo>
                <a:lnTo>
                  <a:pt x="321322" y="47094"/>
                </a:lnTo>
                <a:lnTo>
                  <a:pt x="281647" y="66839"/>
                </a:lnTo>
                <a:lnTo>
                  <a:pt x="243894" y="89644"/>
                </a:lnTo>
                <a:lnTo>
                  <a:pt x="208224" y="115349"/>
                </a:lnTo>
                <a:lnTo>
                  <a:pt x="174802" y="143789"/>
                </a:lnTo>
                <a:lnTo>
                  <a:pt x="143789" y="174802"/>
                </a:lnTo>
                <a:lnTo>
                  <a:pt x="115349" y="208224"/>
                </a:lnTo>
                <a:lnTo>
                  <a:pt x="89644" y="243894"/>
                </a:lnTo>
                <a:lnTo>
                  <a:pt x="66839" y="281647"/>
                </a:lnTo>
                <a:lnTo>
                  <a:pt x="47095" y="321321"/>
                </a:lnTo>
                <a:lnTo>
                  <a:pt x="30575" y="362754"/>
                </a:lnTo>
                <a:lnTo>
                  <a:pt x="17443" y="405782"/>
                </a:lnTo>
                <a:lnTo>
                  <a:pt x="7861" y="450241"/>
                </a:lnTo>
                <a:lnTo>
                  <a:pt x="1992" y="495971"/>
                </a:lnTo>
                <a:lnTo>
                  <a:pt x="0" y="542806"/>
                </a:lnTo>
                <a:lnTo>
                  <a:pt x="0" y="6598337"/>
                </a:lnTo>
                <a:lnTo>
                  <a:pt x="1992" y="6645172"/>
                </a:lnTo>
                <a:lnTo>
                  <a:pt x="7861" y="6690901"/>
                </a:lnTo>
                <a:lnTo>
                  <a:pt x="17443" y="6735361"/>
                </a:lnTo>
                <a:lnTo>
                  <a:pt x="30575" y="6778389"/>
                </a:lnTo>
                <a:lnTo>
                  <a:pt x="47095" y="6819821"/>
                </a:lnTo>
                <a:lnTo>
                  <a:pt x="66839" y="6859496"/>
                </a:lnTo>
                <a:lnTo>
                  <a:pt x="89644" y="6897249"/>
                </a:lnTo>
                <a:lnTo>
                  <a:pt x="115349" y="6932919"/>
                </a:lnTo>
                <a:lnTo>
                  <a:pt x="143789" y="6966341"/>
                </a:lnTo>
                <a:lnTo>
                  <a:pt x="174802" y="6997354"/>
                </a:lnTo>
                <a:lnTo>
                  <a:pt x="208224" y="7025794"/>
                </a:lnTo>
                <a:lnTo>
                  <a:pt x="243894" y="7051498"/>
                </a:lnTo>
                <a:lnTo>
                  <a:pt x="281647" y="7074304"/>
                </a:lnTo>
                <a:lnTo>
                  <a:pt x="321322" y="7094048"/>
                </a:lnTo>
                <a:lnTo>
                  <a:pt x="362754" y="7110568"/>
                </a:lnTo>
                <a:lnTo>
                  <a:pt x="405782" y="7123700"/>
                </a:lnTo>
                <a:lnTo>
                  <a:pt x="450242" y="7133282"/>
                </a:lnTo>
                <a:lnTo>
                  <a:pt x="495971" y="7139151"/>
                </a:lnTo>
                <a:lnTo>
                  <a:pt x="542806" y="7141143"/>
                </a:lnTo>
                <a:lnTo>
                  <a:pt x="5425598" y="7141143"/>
                </a:lnTo>
                <a:lnTo>
                  <a:pt x="5472433" y="7139151"/>
                </a:lnTo>
                <a:lnTo>
                  <a:pt x="5518162" y="7133282"/>
                </a:lnTo>
                <a:lnTo>
                  <a:pt x="5562622" y="7123700"/>
                </a:lnTo>
                <a:lnTo>
                  <a:pt x="5605650" y="7110568"/>
                </a:lnTo>
                <a:lnTo>
                  <a:pt x="5647082" y="7094048"/>
                </a:lnTo>
                <a:lnTo>
                  <a:pt x="5686757" y="7074304"/>
                </a:lnTo>
                <a:lnTo>
                  <a:pt x="5724510" y="7051498"/>
                </a:lnTo>
                <a:lnTo>
                  <a:pt x="5760180" y="7025794"/>
                </a:lnTo>
                <a:lnTo>
                  <a:pt x="5793602" y="6997354"/>
                </a:lnTo>
                <a:lnTo>
                  <a:pt x="5824615" y="6966341"/>
                </a:lnTo>
                <a:lnTo>
                  <a:pt x="5853055" y="6932919"/>
                </a:lnTo>
                <a:lnTo>
                  <a:pt x="5878759" y="6897249"/>
                </a:lnTo>
                <a:lnTo>
                  <a:pt x="5901565" y="6859496"/>
                </a:lnTo>
                <a:lnTo>
                  <a:pt x="5921309" y="6819821"/>
                </a:lnTo>
                <a:lnTo>
                  <a:pt x="5937829" y="6778389"/>
                </a:lnTo>
                <a:lnTo>
                  <a:pt x="5950961" y="6735361"/>
                </a:lnTo>
                <a:lnTo>
                  <a:pt x="5960543" y="6690901"/>
                </a:lnTo>
                <a:lnTo>
                  <a:pt x="5966412" y="6645172"/>
                </a:lnTo>
                <a:lnTo>
                  <a:pt x="5968404" y="6598337"/>
                </a:lnTo>
                <a:lnTo>
                  <a:pt x="5968404" y="542806"/>
                </a:lnTo>
                <a:lnTo>
                  <a:pt x="5966412" y="495971"/>
                </a:lnTo>
                <a:lnTo>
                  <a:pt x="5960543" y="450241"/>
                </a:lnTo>
                <a:lnTo>
                  <a:pt x="5950961" y="405782"/>
                </a:lnTo>
                <a:lnTo>
                  <a:pt x="5937829" y="362754"/>
                </a:lnTo>
                <a:lnTo>
                  <a:pt x="5921309" y="321321"/>
                </a:lnTo>
                <a:lnTo>
                  <a:pt x="5901565" y="281647"/>
                </a:lnTo>
                <a:lnTo>
                  <a:pt x="5878759" y="243894"/>
                </a:lnTo>
                <a:lnTo>
                  <a:pt x="5853055" y="208224"/>
                </a:lnTo>
                <a:lnTo>
                  <a:pt x="5824615" y="174802"/>
                </a:lnTo>
                <a:lnTo>
                  <a:pt x="5793602" y="143789"/>
                </a:lnTo>
                <a:lnTo>
                  <a:pt x="5760179" y="115349"/>
                </a:lnTo>
                <a:lnTo>
                  <a:pt x="5724510" y="89644"/>
                </a:lnTo>
                <a:lnTo>
                  <a:pt x="5686756" y="66839"/>
                </a:lnTo>
                <a:lnTo>
                  <a:pt x="5647082" y="47094"/>
                </a:lnTo>
                <a:lnTo>
                  <a:pt x="5605649" y="30575"/>
                </a:lnTo>
                <a:lnTo>
                  <a:pt x="5562622" y="17442"/>
                </a:lnTo>
                <a:lnTo>
                  <a:pt x="5518162" y="7861"/>
                </a:lnTo>
                <a:lnTo>
                  <a:pt x="5472433" y="1992"/>
                </a:lnTo>
                <a:lnTo>
                  <a:pt x="5425598" y="0"/>
                </a:lnTo>
                <a:close/>
              </a:path>
            </a:pathLst>
          </a:custGeom>
          <a:solidFill>
            <a:srgbClr val="1823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49194" y="3162207"/>
            <a:ext cx="5970270" cy="7214870"/>
          </a:xfrm>
          <a:custGeom>
            <a:avLst/>
            <a:gdLst/>
            <a:ahLst/>
            <a:cxnLst/>
            <a:rect l="l" t="t" r="r" b="b"/>
            <a:pathLst>
              <a:path w="5970270" h="7214870">
                <a:moveTo>
                  <a:pt x="5427349" y="0"/>
                </a:moveTo>
                <a:lnTo>
                  <a:pt x="542806" y="0"/>
                </a:lnTo>
                <a:lnTo>
                  <a:pt x="495971" y="1992"/>
                </a:lnTo>
                <a:lnTo>
                  <a:pt x="450241" y="7861"/>
                </a:lnTo>
                <a:lnTo>
                  <a:pt x="405782" y="17442"/>
                </a:lnTo>
                <a:lnTo>
                  <a:pt x="362754" y="30575"/>
                </a:lnTo>
                <a:lnTo>
                  <a:pt x="321322" y="47094"/>
                </a:lnTo>
                <a:lnTo>
                  <a:pt x="281647" y="66839"/>
                </a:lnTo>
                <a:lnTo>
                  <a:pt x="243894" y="89644"/>
                </a:lnTo>
                <a:lnTo>
                  <a:pt x="208224" y="115349"/>
                </a:lnTo>
                <a:lnTo>
                  <a:pt x="174802" y="143789"/>
                </a:lnTo>
                <a:lnTo>
                  <a:pt x="143789" y="174802"/>
                </a:lnTo>
                <a:lnTo>
                  <a:pt x="115349" y="208224"/>
                </a:lnTo>
                <a:lnTo>
                  <a:pt x="89644" y="243894"/>
                </a:lnTo>
                <a:lnTo>
                  <a:pt x="66839" y="281647"/>
                </a:lnTo>
                <a:lnTo>
                  <a:pt x="47095" y="321321"/>
                </a:lnTo>
                <a:lnTo>
                  <a:pt x="30575" y="362754"/>
                </a:lnTo>
                <a:lnTo>
                  <a:pt x="17443" y="405782"/>
                </a:lnTo>
                <a:lnTo>
                  <a:pt x="7861" y="450241"/>
                </a:lnTo>
                <a:lnTo>
                  <a:pt x="1992" y="495971"/>
                </a:lnTo>
                <a:lnTo>
                  <a:pt x="0" y="542806"/>
                </a:lnTo>
                <a:lnTo>
                  <a:pt x="0" y="6671633"/>
                </a:lnTo>
                <a:lnTo>
                  <a:pt x="1992" y="6718468"/>
                </a:lnTo>
                <a:lnTo>
                  <a:pt x="7861" y="6764197"/>
                </a:lnTo>
                <a:lnTo>
                  <a:pt x="17442" y="6808657"/>
                </a:lnTo>
                <a:lnTo>
                  <a:pt x="30575" y="6851685"/>
                </a:lnTo>
                <a:lnTo>
                  <a:pt x="47094" y="6893117"/>
                </a:lnTo>
                <a:lnTo>
                  <a:pt x="66839" y="6932792"/>
                </a:lnTo>
                <a:lnTo>
                  <a:pt x="89644" y="6970545"/>
                </a:lnTo>
                <a:lnTo>
                  <a:pt x="115349" y="7006215"/>
                </a:lnTo>
                <a:lnTo>
                  <a:pt x="143788" y="7039637"/>
                </a:lnTo>
                <a:lnTo>
                  <a:pt x="174801" y="7070650"/>
                </a:lnTo>
                <a:lnTo>
                  <a:pt x="208224" y="7099090"/>
                </a:lnTo>
                <a:lnTo>
                  <a:pt x="243893" y="7124794"/>
                </a:lnTo>
                <a:lnTo>
                  <a:pt x="281646" y="7147600"/>
                </a:lnTo>
                <a:lnTo>
                  <a:pt x="321321" y="7167344"/>
                </a:lnTo>
                <a:lnTo>
                  <a:pt x="362753" y="7183864"/>
                </a:lnTo>
                <a:lnTo>
                  <a:pt x="405781" y="7196996"/>
                </a:lnTo>
                <a:lnTo>
                  <a:pt x="450241" y="7206578"/>
                </a:lnTo>
                <a:lnTo>
                  <a:pt x="495970" y="7212447"/>
                </a:lnTo>
                <a:lnTo>
                  <a:pt x="542805" y="7214440"/>
                </a:lnTo>
                <a:lnTo>
                  <a:pt x="5427349" y="7214440"/>
                </a:lnTo>
                <a:lnTo>
                  <a:pt x="5474184" y="7212447"/>
                </a:lnTo>
                <a:lnTo>
                  <a:pt x="5519913" y="7206578"/>
                </a:lnTo>
                <a:lnTo>
                  <a:pt x="5564373" y="7196997"/>
                </a:lnTo>
                <a:lnTo>
                  <a:pt x="5607401" y="7183864"/>
                </a:lnTo>
                <a:lnTo>
                  <a:pt x="5648833" y="7167345"/>
                </a:lnTo>
                <a:lnTo>
                  <a:pt x="5688508" y="7147600"/>
                </a:lnTo>
                <a:lnTo>
                  <a:pt x="5726261" y="7124795"/>
                </a:lnTo>
                <a:lnTo>
                  <a:pt x="5761931" y="7099090"/>
                </a:lnTo>
                <a:lnTo>
                  <a:pt x="5795353" y="7070650"/>
                </a:lnTo>
                <a:lnTo>
                  <a:pt x="5826366" y="7039637"/>
                </a:lnTo>
                <a:lnTo>
                  <a:pt x="5854806" y="7006215"/>
                </a:lnTo>
                <a:lnTo>
                  <a:pt x="5880510" y="6970545"/>
                </a:lnTo>
                <a:lnTo>
                  <a:pt x="5903316" y="6932792"/>
                </a:lnTo>
                <a:lnTo>
                  <a:pt x="5923060" y="6893118"/>
                </a:lnTo>
                <a:lnTo>
                  <a:pt x="5939580" y="6851685"/>
                </a:lnTo>
                <a:lnTo>
                  <a:pt x="5952712" y="6808657"/>
                </a:lnTo>
                <a:lnTo>
                  <a:pt x="5962294" y="6764198"/>
                </a:lnTo>
                <a:lnTo>
                  <a:pt x="5968163" y="6718468"/>
                </a:lnTo>
                <a:lnTo>
                  <a:pt x="5970155" y="6671633"/>
                </a:lnTo>
                <a:lnTo>
                  <a:pt x="5970155" y="542806"/>
                </a:lnTo>
                <a:lnTo>
                  <a:pt x="5968163" y="495971"/>
                </a:lnTo>
                <a:lnTo>
                  <a:pt x="5962294" y="450241"/>
                </a:lnTo>
                <a:lnTo>
                  <a:pt x="5952712" y="405782"/>
                </a:lnTo>
                <a:lnTo>
                  <a:pt x="5939580" y="362754"/>
                </a:lnTo>
                <a:lnTo>
                  <a:pt x="5923060" y="321321"/>
                </a:lnTo>
                <a:lnTo>
                  <a:pt x="5903316" y="281647"/>
                </a:lnTo>
                <a:lnTo>
                  <a:pt x="5880511" y="243894"/>
                </a:lnTo>
                <a:lnTo>
                  <a:pt x="5854806" y="208224"/>
                </a:lnTo>
                <a:lnTo>
                  <a:pt x="5826366" y="174802"/>
                </a:lnTo>
                <a:lnTo>
                  <a:pt x="5795354" y="143789"/>
                </a:lnTo>
                <a:lnTo>
                  <a:pt x="5761931" y="115349"/>
                </a:lnTo>
                <a:lnTo>
                  <a:pt x="5726262" y="89644"/>
                </a:lnTo>
                <a:lnTo>
                  <a:pt x="5688508" y="66839"/>
                </a:lnTo>
                <a:lnTo>
                  <a:pt x="5648834" y="47094"/>
                </a:lnTo>
                <a:lnTo>
                  <a:pt x="5607401" y="30575"/>
                </a:lnTo>
                <a:lnTo>
                  <a:pt x="5564374" y="17442"/>
                </a:lnTo>
                <a:lnTo>
                  <a:pt x="5519914" y="7861"/>
                </a:lnTo>
                <a:lnTo>
                  <a:pt x="5474185" y="1992"/>
                </a:lnTo>
                <a:lnTo>
                  <a:pt x="5427349" y="0"/>
                </a:lnTo>
                <a:close/>
              </a:path>
            </a:pathLst>
          </a:custGeom>
          <a:solidFill>
            <a:srgbClr val="1823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48042" y="1978919"/>
            <a:ext cx="18774410" cy="83820"/>
          </a:xfrm>
          <a:custGeom>
            <a:avLst/>
            <a:gdLst/>
            <a:ahLst/>
            <a:cxnLst/>
            <a:rect l="l" t="t" r="r" b="b"/>
            <a:pathLst>
              <a:path w="18774410" h="83819">
                <a:moveTo>
                  <a:pt x="18774385" y="41910"/>
                </a:moveTo>
                <a:lnTo>
                  <a:pt x="18774334" y="21590"/>
                </a:lnTo>
                <a:lnTo>
                  <a:pt x="18774283" y="0"/>
                </a:lnTo>
                <a:lnTo>
                  <a:pt x="0" y="41884"/>
                </a:lnTo>
                <a:lnTo>
                  <a:pt x="50" y="63474"/>
                </a:lnTo>
                <a:lnTo>
                  <a:pt x="88" y="83794"/>
                </a:lnTo>
                <a:lnTo>
                  <a:pt x="18774385" y="41910"/>
                </a:lnTo>
                <a:close/>
              </a:path>
            </a:pathLst>
          </a:custGeom>
          <a:solidFill>
            <a:srgbClr val="FFFFFF">
              <a:alpha val="2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93172" y="961227"/>
            <a:ext cx="3194050" cy="557530"/>
          </a:xfrm>
          <a:custGeom>
            <a:avLst/>
            <a:gdLst/>
            <a:ahLst/>
            <a:cxnLst/>
            <a:rect l="l" t="t" r="r" b="b"/>
            <a:pathLst>
              <a:path w="3194050" h="557530">
                <a:moveTo>
                  <a:pt x="152456" y="348156"/>
                </a:moveTo>
                <a:lnTo>
                  <a:pt x="14659" y="348156"/>
                </a:lnTo>
                <a:lnTo>
                  <a:pt x="14659" y="557051"/>
                </a:lnTo>
                <a:lnTo>
                  <a:pt x="513073" y="557051"/>
                </a:lnTo>
                <a:lnTo>
                  <a:pt x="513073" y="447106"/>
                </a:lnTo>
                <a:lnTo>
                  <a:pt x="152456" y="447106"/>
                </a:lnTo>
                <a:lnTo>
                  <a:pt x="152456" y="348156"/>
                </a:lnTo>
                <a:close/>
              </a:path>
              <a:path w="3194050" h="557530">
                <a:moveTo>
                  <a:pt x="513073" y="0"/>
                </a:moveTo>
                <a:lnTo>
                  <a:pt x="375276" y="0"/>
                </a:lnTo>
                <a:lnTo>
                  <a:pt x="375276" y="362816"/>
                </a:lnTo>
                <a:lnTo>
                  <a:pt x="513073" y="362816"/>
                </a:lnTo>
                <a:lnTo>
                  <a:pt x="513073" y="237479"/>
                </a:lnTo>
                <a:lnTo>
                  <a:pt x="568045" y="237479"/>
                </a:lnTo>
                <a:lnTo>
                  <a:pt x="568045" y="126802"/>
                </a:lnTo>
                <a:lnTo>
                  <a:pt x="513073" y="126802"/>
                </a:lnTo>
                <a:lnTo>
                  <a:pt x="513073" y="0"/>
                </a:lnTo>
                <a:close/>
              </a:path>
              <a:path w="3194050" h="557530">
                <a:moveTo>
                  <a:pt x="137796" y="5863"/>
                </a:moveTo>
                <a:lnTo>
                  <a:pt x="0" y="5863"/>
                </a:lnTo>
                <a:lnTo>
                  <a:pt x="0" y="310775"/>
                </a:lnTo>
                <a:lnTo>
                  <a:pt x="312241" y="310775"/>
                </a:lnTo>
                <a:lnTo>
                  <a:pt x="312241" y="200831"/>
                </a:lnTo>
                <a:lnTo>
                  <a:pt x="137796" y="200831"/>
                </a:lnTo>
                <a:lnTo>
                  <a:pt x="137796" y="5863"/>
                </a:lnTo>
                <a:close/>
              </a:path>
              <a:path w="3194050" h="557530">
                <a:moveTo>
                  <a:pt x="1126533" y="0"/>
                </a:moveTo>
                <a:lnTo>
                  <a:pt x="988737" y="0"/>
                </a:lnTo>
                <a:lnTo>
                  <a:pt x="988737" y="557051"/>
                </a:lnTo>
                <a:lnTo>
                  <a:pt x="1126533" y="557051"/>
                </a:lnTo>
                <a:lnTo>
                  <a:pt x="1126533" y="0"/>
                </a:lnTo>
                <a:close/>
              </a:path>
              <a:path w="3194050" h="557530">
                <a:moveTo>
                  <a:pt x="776178" y="5863"/>
                </a:moveTo>
                <a:lnTo>
                  <a:pt x="705264" y="16491"/>
                </a:lnTo>
                <a:lnTo>
                  <a:pt x="653773" y="48375"/>
                </a:lnTo>
                <a:lnTo>
                  <a:pt x="622439" y="100782"/>
                </a:lnTo>
                <a:lnTo>
                  <a:pt x="611994" y="172979"/>
                </a:lnTo>
                <a:lnTo>
                  <a:pt x="611994" y="367946"/>
                </a:lnTo>
                <a:lnTo>
                  <a:pt x="614605" y="406519"/>
                </a:lnTo>
                <a:lnTo>
                  <a:pt x="635495" y="468820"/>
                </a:lnTo>
                <a:lnTo>
                  <a:pt x="677090" y="511149"/>
                </a:lnTo>
                <a:lnTo>
                  <a:pt x="738293" y="532405"/>
                </a:lnTo>
                <a:lnTo>
                  <a:pt x="776178" y="535062"/>
                </a:lnTo>
                <a:lnTo>
                  <a:pt x="814063" y="532405"/>
                </a:lnTo>
                <a:lnTo>
                  <a:pt x="875265" y="511149"/>
                </a:lnTo>
                <a:lnTo>
                  <a:pt x="916860" y="468820"/>
                </a:lnTo>
                <a:lnTo>
                  <a:pt x="933417" y="425117"/>
                </a:lnTo>
                <a:lnTo>
                  <a:pt x="776178" y="425117"/>
                </a:lnTo>
                <a:lnTo>
                  <a:pt x="764313" y="423377"/>
                </a:lnTo>
                <a:lnTo>
                  <a:pt x="755838" y="418154"/>
                </a:lnTo>
                <a:lnTo>
                  <a:pt x="750753" y="409450"/>
                </a:lnTo>
                <a:lnTo>
                  <a:pt x="749058" y="397265"/>
                </a:lnTo>
                <a:lnTo>
                  <a:pt x="749058" y="143660"/>
                </a:lnTo>
                <a:lnTo>
                  <a:pt x="750753" y="131475"/>
                </a:lnTo>
                <a:lnTo>
                  <a:pt x="755838" y="122771"/>
                </a:lnTo>
                <a:lnTo>
                  <a:pt x="764313" y="117548"/>
                </a:lnTo>
                <a:lnTo>
                  <a:pt x="776178" y="115808"/>
                </a:lnTo>
                <a:lnTo>
                  <a:pt x="933417" y="115808"/>
                </a:lnTo>
                <a:lnTo>
                  <a:pt x="929916" y="100782"/>
                </a:lnTo>
                <a:lnTo>
                  <a:pt x="898582" y="48375"/>
                </a:lnTo>
                <a:lnTo>
                  <a:pt x="847092" y="16491"/>
                </a:lnTo>
                <a:lnTo>
                  <a:pt x="814063" y="8520"/>
                </a:lnTo>
                <a:lnTo>
                  <a:pt x="776178" y="5863"/>
                </a:lnTo>
                <a:close/>
              </a:path>
              <a:path w="3194050" h="557530">
                <a:moveTo>
                  <a:pt x="933417" y="115808"/>
                </a:moveTo>
                <a:lnTo>
                  <a:pt x="776178" y="115808"/>
                </a:lnTo>
                <a:lnTo>
                  <a:pt x="788042" y="117548"/>
                </a:lnTo>
                <a:lnTo>
                  <a:pt x="796517" y="122771"/>
                </a:lnTo>
                <a:lnTo>
                  <a:pt x="801602" y="131475"/>
                </a:lnTo>
                <a:lnTo>
                  <a:pt x="803297" y="143660"/>
                </a:lnTo>
                <a:lnTo>
                  <a:pt x="803297" y="397265"/>
                </a:lnTo>
                <a:lnTo>
                  <a:pt x="801602" y="409450"/>
                </a:lnTo>
                <a:lnTo>
                  <a:pt x="796517" y="418154"/>
                </a:lnTo>
                <a:lnTo>
                  <a:pt x="788042" y="423377"/>
                </a:lnTo>
                <a:lnTo>
                  <a:pt x="776178" y="425117"/>
                </a:lnTo>
                <a:lnTo>
                  <a:pt x="933417" y="425117"/>
                </a:lnTo>
                <a:lnTo>
                  <a:pt x="937750" y="406519"/>
                </a:lnTo>
                <a:lnTo>
                  <a:pt x="940361" y="367946"/>
                </a:lnTo>
                <a:lnTo>
                  <a:pt x="940361" y="172979"/>
                </a:lnTo>
                <a:lnTo>
                  <a:pt x="937750" y="134406"/>
                </a:lnTo>
                <a:lnTo>
                  <a:pt x="933417" y="115808"/>
                </a:lnTo>
                <a:close/>
              </a:path>
              <a:path w="3194050" h="557530">
                <a:moveTo>
                  <a:pt x="1727757" y="5863"/>
                </a:moveTo>
                <a:lnTo>
                  <a:pt x="1229343" y="5863"/>
                </a:lnTo>
                <a:lnTo>
                  <a:pt x="1229343" y="321770"/>
                </a:lnTo>
                <a:lnTo>
                  <a:pt x="1727757" y="321770"/>
                </a:lnTo>
                <a:lnTo>
                  <a:pt x="1727757" y="211826"/>
                </a:lnTo>
                <a:lnTo>
                  <a:pt x="1367140" y="211826"/>
                </a:lnTo>
                <a:lnTo>
                  <a:pt x="1367140" y="115808"/>
                </a:lnTo>
                <a:lnTo>
                  <a:pt x="1727757" y="115808"/>
                </a:lnTo>
                <a:lnTo>
                  <a:pt x="1727757" y="5863"/>
                </a:lnTo>
                <a:close/>
              </a:path>
              <a:path w="3194050" h="557530">
                <a:moveTo>
                  <a:pt x="1742416" y="425117"/>
                </a:moveTo>
                <a:lnTo>
                  <a:pt x="1214684" y="425117"/>
                </a:lnTo>
                <a:lnTo>
                  <a:pt x="1214684" y="535062"/>
                </a:lnTo>
                <a:lnTo>
                  <a:pt x="1742416" y="535062"/>
                </a:lnTo>
                <a:lnTo>
                  <a:pt x="1742416" y="425117"/>
                </a:lnTo>
                <a:close/>
              </a:path>
              <a:path w="3194050" h="557530">
                <a:moveTo>
                  <a:pt x="1554778" y="343759"/>
                </a:moveTo>
                <a:lnTo>
                  <a:pt x="1416981" y="343759"/>
                </a:lnTo>
                <a:lnTo>
                  <a:pt x="1416981" y="425117"/>
                </a:lnTo>
                <a:lnTo>
                  <a:pt x="1554778" y="425117"/>
                </a:lnTo>
                <a:lnTo>
                  <a:pt x="1554778" y="343759"/>
                </a:lnTo>
                <a:close/>
              </a:path>
              <a:path w="3194050" h="557530">
                <a:moveTo>
                  <a:pt x="2278687" y="0"/>
                </a:moveTo>
                <a:lnTo>
                  <a:pt x="2141623" y="0"/>
                </a:lnTo>
                <a:lnTo>
                  <a:pt x="2141623" y="31517"/>
                </a:lnTo>
                <a:lnTo>
                  <a:pt x="2139699" y="61797"/>
                </a:lnTo>
                <a:lnTo>
                  <a:pt x="2124307" y="110539"/>
                </a:lnTo>
                <a:lnTo>
                  <a:pt x="2094576" y="143110"/>
                </a:lnTo>
                <a:lnTo>
                  <a:pt x="2056828" y="159236"/>
                </a:lnTo>
                <a:lnTo>
                  <a:pt x="2035343" y="161251"/>
                </a:lnTo>
                <a:lnTo>
                  <a:pt x="2064662" y="249207"/>
                </a:lnTo>
                <a:lnTo>
                  <a:pt x="2105341" y="246092"/>
                </a:lnTo>
                <a:lnTo>
                  <a:pt x="2143822" y="236746"/>
                </a:lnTo>
                <a:lnTo>
                  <a:pt x="2179554" y="220621"/>
                </a:lnTo>
                <a:lnTo>
                  <a:pt x="2210521" y="198632"/>
                </a:lnTo>
                <a:lnTo>
                  <a:pt x="2372506" y="198632"/>
                </a:lnTo>
                <a:lnTo>
                  <a:pt x="2384966" y="161251"/>
                </a:lnTo>
                <a:lnTo>
                  <a:pt x="2363481" y="159236"/>
                </a:lnTo>
                <a:lnTo>
                  <a:pt x="2343737" y="153189"/>
                </a:lnTo>
                <a:lnTo>
                  <a:pt x="2309471" y="129001"/>
                </a:lnTo>
                <a:lnTo>
                  <a:pt x="2286383" y="88138"/>
                </a:lnTo>
                <a:lnTo>
                  <a:pt x="2278687" y="31517"/>
                </a:lnTo>
                <a:lnTo>
                  <a:pt x="2278687" y="0"/>
                </a:lnTo>
                <a:close/>
              </a:path>
              <a:path w="3194050" h="557530">
                <a:moveTo>
                  <a:pt x="2372506" y="198632"/>
                </a:moveTo>
                <a:lnTo>
                  <a:pt x="2210521" y="198632"/>
                </a:lnTo>
                <a:lnTo>
                  <a:pt x="2225043" y="210360"/>
                </a:lnTo>
                <a:lnTo>
                  <a:pt x="2275755" y="236746"/>
                </a:lnTo>
                <a:lnTo>
                  <a:pt x="2314785" y="246092"/>
                </a:lnTo>
                <a:lnTo>
                  <a:pt x="2355648" y="249207"/>
                </a:lnTo>
                <a:lnTo>
                  <a:pt x="2372506" y="198632"/>
                </a:lnTo>
                <a:close/>
              </a:path>
              <a:path w="3194050" h="557530">
                <a:moveTo>
                  <a:pt x="2563076" y="0"/>
                </a:moveTo>
                <a:lnTo>
                  <a:pt x="2426012" y="0"/>
                </a:lnTo>
                <a:lnTo>
                  <a:pt x="2426012" y="51307"/>
                </a:lnTo>
                <a:lnTo>
                  <a:pt x="2337324" y="51307"/>
                </a:lnTo>
                <a:lnTo>
                  <a:pt x="2337324" y="139262"/>
                </a:lnTo>
                <a:lnTo>
                  <a:pt x="2426012" y="139262"/>
                </a:lnTo>
                <a:lnTo>
                  <a:pt x="2426012" y="249207"/>
                </a:lnTo>
                <a:lnTo>
                  <a:pt x="2563076" y="249207"/>
                </a:lnTo>
                <a:lnTo>
                  <a:pt x="2563076" y="0"/>
                </a:lnTo>
                <a:close/>
              </a:path>
              <a:path w="3194050" h="557530">
                <a:moveTo>
                  <a:pt x="2563076" y="271195"/>
                </a:moveTo>
                <a:lnTo>
                  <a:pt x="2064662" y="271195"/>
                </a:lnTo>
                <a:lnTo>
                  <a:pt x="2064662" y="351821"/>
                </a:lnTo>
                <a:lnTo>
                  <a:pt x="2426012" y="351821"/>
                </a:lnTo>
                <a:lnTo>
                  <a:pt x="2426012" y="373810"/>
                </a:lnTo>
                <a:lnTo>
                  <a:pt x="2064662" y="373810"/>
                </a:lnTo>
                <a:lnTo>
                  <a:pt x="2064662" y="557051"/>
                </a:lnTo>
                <a:lnTo>
                  <a:pt x="2570406" y="557051"/>
                </a:lnTo>
                <a:lnTo>
                  <a:pt x="2570406" y="476425"/>
                </a:lnTo>
                <a:lnTo>
                  <a:pt x="2202459" y="476425"/>
                </a:lnTo>
                <a:lnTo>
                  <a:pt x="2202459" y="454436"/>
                </a:lnTo>
                <a:lnTo>
                  <a:pt x="2563076" y="454436"/>
                </a:lnTo>
                <a:lnTo>
                  <a:pt x="2563076" y="271195"/>
                </a:lnTo>
                <a:close/>
              </a:path>
              <a:path w="3194050" h="557530">
                <a:moveTo>
                  <a:pt x="3039559" y="361350"/>
                </a:moveTo>
                <a:lnTo>
                  <a:pt x="2851187" y="361350"/>
                </a:lnTo>
                <a:lnTo>
                  <a:pt x="2851187" y="439777"/>
                </a:lnTo>
                <a:lnTo>
                  <a:pt x="2909091" y="439777"/>
                </a:lnTo>
                <a:lnTo>
                  <a:pt x="2909091" y="549721"/>
                </a:lnTo>
                <a:lnTo>
                  <a:pt x="3039559" y="549721"/>
                </a:lnTo>
                <a:lnTo>
                  <a:pt x="3039559" y="361350"/>
                </a:lnTo>
                <a:close/>
              </a:path>
              <a:path w="3194050" h="557530">
                <a:moveTo>
                  <a:pt x="2879773" y="7329"/>
                </a:moveTo>
                <a:lnTo>
                  <a:pt x="2665748" y="7329"/>
                </a:lnTo>
                <a:lnTo>
                  <a:pt x="2665748" y="117273"/>
                </a:lnTo>
                <a:lnTo>
                  <a:pt x="2750039" y="117273"/>
                </a:lnTo>
                <a:lnTo>
                  <a:pt x="2750039" y="138529"/>
                </a:lnTo>
                <a:lnTo>
                  <a:pt x="2748527" y="199182"/>
                </a:lnTo>
                <a:lnTo>
                  <a:pt x="2743992" y="252138"/>
                </a:lnTo>
                <a:lnTo>
                  <a:pt x="2736433" y="297399"/>
                </a:lnTo>
                <a:lnTo>
                  <a:pt x="2725851" y="334963"/>
                </a:lnTo>
                <a:lnTo>
                  <a:pt x="2695066" y="391218"/>
                </a:lnTo>
                <a:lnTo>
                  <a:pt x="2651089" y="425117"/>
                </a:lnTo>
                <a:lnTo>
                  <a:pt x="2680407" y="535062"/>
                </a:lnTo>
                <a:lnTo>
                  <a:pt x="2726877" y="519435"/>
                </a:lnTo>
                <a:lnTo>
                  <a:pt x="2767190" y="494250"/>
                </a:lnTo>
                <a:lnTo>
                  <a:pt x="2801346" y="459508"/>
                </a:lnTo>
                <a:lnTo>
                  <a:pt x="2829345" y="415208"/>
                </a:lnTo>
                <a:lnTo>
                  <a:pt x="2851187" y="361350"/>
                </a:lnTo>
                <a:lnTo>
                  <a:pt x="3039559" y="361350"/>
                </a:lnTo>
                <a:lnTo>
                  <a:pt x="3039559" y="329832"/>
                </a:lnTo>
                <a:lnTo>
                  <a:pt x="2859983" y="329832"/>
                </a:lnTo>
                <a:lnTo>
                  <a:pt x="2865709" y="304545"/>
                </a:lnTo>
                <a:lnTo>
                  <a:pt x="2870428" y="277792"/>
                </a:lnTo>
                <a:lnTo>
                  <a:pt x="2874138" y="249573"/>
                </a:lnTo>
                <a:lnTo>
                  <a:pt x="2876841" y="219888"/>
                </a:lnTo>
                <a:lnTo>
                  <a:pt x="3039559" y="219888"/>
                </a:lnTo>
                <a:lnTo>
                  <a:pt x="3039559" y="109944"/>
                </a:lnTo>
                <a:lnTo>
                  <a:pt x="2879773" y="109944"/>
                </a:lnTo>
                <a:lnTo>
                  <a:pt x="2879773" y="7329"/>
                </a:lnTo>
                <a:close/>
              </a:path>
              <a:path w="3194050" h="557530">
                <a:moveTo>
                  <a:pt x="3039559" y="219888"/>
                </a:moveTo>
                <a:lnTo>
                  <a:pt x="2909091" y="219888"/>
                </a:lnTo>
                <a:lnTo>
                  <a:pt x="2909091" y="329832"/>
                </a:lnTo>
                <a:lnTo>
                  <a:pt x="3039559" y="329832"/>
                </a:lnTo>
                <a:lnTo>
                  <a:pt x="3039559" y="219888"/>
                </a:lnTo>
                <a:close/>
              </a:path>
              <a:path w="3194050" h="557530">
                <a:moveTo>
                  <a:pt x="3039559" y="0"/>
                </a:moveTo>
                <a:lnTo>
                  <a:pt x="2909091" y="0"/>
                </a:lnTo>
                <a:lnTo>
                  <a:pt x="2909091" y="109944"/>
                </a:lnTo>
                <a:lnTo>
                  <a:pt x="3039559" y="109944"/>
                </a:lnTo>
                <a:lnTo>
                  <a:pt x="3039559" y="0"/>
                </a:lnTo>
                <a:close/>
              </a:path>
              <a:path w="3194050" h="557530">
                <a:moveTo>
                  <a:pt x="3193480" y="0"/>
                </a:moveTo>
                <a:lnTo>
                  <a:pt x="3063013" y="0"/>
                </a:lnTo>
                <a:lnTo>
                  <a:pt x="3063013" y="557051"/>
                </a:lnTo>
                <a:lnTo>
                  <a:pt x="3193480" y="557051"/>
                </a:lnTo>
                <a:lnTo>
                  <a:pt x="319348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18546" y="10892338"/>
            <a:ext cx="124603" cy="185858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7193498" y="3099382"/>
            <a:ext cx="5970270" cy="7214870"/>
            <a:chOff x="7193498" y="3099382"/>
            <a:chExt cx="5970270" cy="721487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93498" y="3099382"/>
              <a:ext cx="5970155" cy="721444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95500" y="4403344"/>
              <a:ext cx="2659273" cy="213645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08359" y="4406104"/>
              <a:ext cx="2662089" cy="213094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499654" y="3129755"/>
              <a:ext cx="5303520" cy="43180"/>
            </a:xfrm>
            <a:custGeom>
              <a:avLst/>
              <a:gdLst/>
              <a:ahLst/>
              <a:cxnLst/>
              <a:rect l="l" t="t" r="r" b="b"/>
              <a:pathLst>
                <a:path w="5303520" h="43180">
                  <a:moveTo>
                    <a:pt x="5303164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43180"/>
                  </a:lnTo>
                  <a:lnTo>
                    <a:pt x="5303164" y="43180"/>
                  </a:lnTo>
                  <a:lnTo>
                    <a:pt x="5303164" y="21590"/>
                  </a:lnTo>
                  <a:lnTo>
                    <a:pt x="5303164" y="0"/>
                  </a:lnTo>
                  <a:close/>
                </a:path>
              </a:pathLst>
            </a:custGeom>
            <a:solidFill>
              <a:srgbClr val="F43F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1121174" y="3612031"/>
            <a:ext cx="893444" cy="287655"/>
          </a:xfrm>
          <a:custGeom>
            <a:avLst/>
            <a:gdLst/>
            <a:ahLst/>
            <a:cxnLst/>
            <a:rect l="l" t="t" r="r" b="b"/>
            <a:pathLst>
              <a:path w="893444" h="287654">
                <a:moveTo>
                  <a:pt x="154008" y="75029"/>
                </a:moveTo>
                <a:lnTo>
                  <a:pt x="77398" y="75029"/>
                </a:lnTo>
                <a:lnTo>
                  <a:pt x="77398" y="283137"/>
                </a:lnTo>
                <a:lnTo>
                  <a:pt x="154008" y="283137"/>
                </a:lnTo>
                <a:lnTo>
                  <a:pt x="154008" y="75029"/>
                </a:lnTo>
                <a:close/>
              </a:path>
              <a:path w="893444" h="287654">
                <a:moveTo>
                  <a:pt x="231406" y="6713"/>
                </a:moveTo>
                <a:lnTo>
                  <a:pt x="0" y="6713"/>
                </a:lnTo>
                <a:lnTo>
                  <a:pt x="0" y="75029"/>
                </a:lnTo>
                <a:lnTo>
                  <a:pt x="231406" y="75029"/>
                </a:lnTo>
                <a:lnTo>
                  <a:pt x="231406" y="6713"/>
                </a:lnTo>
                <a:close/>
              </a:path>
              <a:path w="893444" h="287654">
                <a:moveTo>
                  <a:pt x="287419" y="0"/>
                </a:moveTo>
                <a:lnTo>
                  <a:pt x="251879" y="21225"/>
                </a:lnTo>
                <a:lnTo>
                  <a:pt x="249115" y="35540"/>
                </a:lnTo>
                <a:lnTo>
                  <a:pt x="249806" y="42895"/>
                </a:lnTo>
                <a:lnTo>
                  <a:pt x="279793" y="70068"/>
                </a:lnTo>
                <a:lnTo>
                  <a:pt x="287419" y="70685"/>
                </a:lnTo>
                <a:lnTo>
                  <a:pt x="295194" y="70068"/>
                </a:lnTo>
                <a:lnTo>
                  <a:pt x="325403" y="42895"/>
                </a:lnTo>
                <a:lnTo>
                  <a:pt x="326119" y="35540"/>
                </a:lnTo>
                <a:lnTo>
                  <a:pt x="325403" y="28012"/>
                </a:lnTo>
                <a:lnTo>
                  <a:pt x="295194" y="617"/>
                </a:lnTo>
                <a:lnTo>
                  <a:pt x="287419" y="0"/>
                </a:lnTo>
                <a:close/>
              </a:path>
              <a:path w="893444" h="287654">
                <a:moveTo>
                  <a:pt x="320196" y="101487"/>
                </a:moveTo>
                <a:lnTo>
                  <a:pt x="254643" y="101487"/>
                </a:lnTo>
                <a:lnTo>
                  <a:pt x="254643" y="283137"/>
                </a:lnTo>
                <a:lnTo>
                  <a:pt x="320196" y="283137"/>
                </a:lnTo>
                <a:lnTo>
                  <a:pt x="320196" y="101487"/>
                </a:lnTo>
                <a:close/>
              </a:path>
              <a:path w="893444" h="287654">
                <a:moveTo>
                  <a:pt x="430074" y="101487"/>
                </a:moveTo>
                <a:lnTo>
                  <a:pt x="364917" y="101487"/>
                </a:lnTo>
                <a:lnTo>
                  <a:pt x="364917" y="283137"/>
                </a:lnTo>
                <a:lnTo>
                  <a:pt x="430074" y="283137"/>
                </a:lnTo>
                <a:lnTo>
                  <a:pt x="430118" y="165459"/>
                </a:lnTo>
                <a:lnTo>
                  <a:pt x="430996" y="160194"/>
                </a:lnTo>
                <a:lnTo>
                  <a:pt x="432893" y="155850"/>
                </a:lnTo>
                <a:lnTo>
                  <a:pt x="434681" y="151507"/>
                </a:lnTo>
                <a:lnTo>
                  <a:pt x="437314" y="148216"/>
                </a:lnTo>
                <a:lnTo>
                  <a:pt x="444159" y="144004"/>
                </a:lnTo>
                <a:lnTo>
                  <a:pt x="447976" y="142951"/>
                </a:lnTo>
                <a:lnTo>
                  <a:pt x="648689" y="142951"/>
                </a:lnTo>
                <a:lnTo>
                  <a:pt x="647537" y="136657"/>
                </a:lnTo>
                <a:lnTo>
                  <a:pt x="645291" y="128734"/>
                </a:lnTo>
                <a:lnTo>
                  <a:pt x="430074" y="128734"/>
                </a:lnTo>
                <a:lnTo>
                  <a:pt x="430074" y="101487"/>
                </a:lnTo>
                <a:close/>
              </a:path>
              <a:path w="893444" h="287654">
                <a:moveTo>
                  <a:pt x="558151" y="142951"/>
                </a:moveTo>
                <a:lnTo>
                  <a:pt x="459296" y="142951"/>
                </a:lnTo>
                <a:lnTo>
                  <a:pt x="464298" y="145583"/>
                </a:lnTo>
                <a:lnTo>
                  <a:pt x="467194" y="150848"/>
                </a:lnTo>
                <a:lnTo>
                  <a:pt x="470353" y="155850"/>
                </a:lnTo>
                <a:lnTo>
                  <a:pt x="471933" y="163090"/>
                </a:lnTo>
                <a:lnTo>
                  <a:pt x="471933" y="283137"/>
                </a:lnTo>
                <a:lnTo>
                  <a:pt x="540249" y="283137"/>
                </a:lnTo>
                <a:lnTo>
                  <a:pt x="540293" y="165459"/>
                </a:lnTo>
                <a:lnTo>
                  <a:pt x="541171" y="160194"/>
                </a:lnTo>
                <a:lnTo>
                  <a:pt x="543068" y="155850"/>
                </a:lnTo>
                <a:lnTo>
                  <a:pt x="544856" y="151507"/>
                </a:lnTo>
                <a:lnTo>
                  <a:pt x="547489" y="148216"/>
                </a:lnTo>
                <a:lnTo>
                  <a:pt x="554334" y="144004"/>
                </a:lnTo>
                <a:lnTo>
                  <a:pt x="558151" y="142951"/>
                </a:lnTo>
                <a:close/>
              </a:path>
              <a:path w="893444" h="287654">
                <a:moveTo>
                  <a:pt x="648689" y="142951"/>
                </a:moveTo>
                <a:lnTo>
                  <a:pt x="569471" y="142951"/>
                </a:lnTo>
                <a:lnTo>
                  <a:pt x="574473" y="145583"/>
                </a:lnTo>
                <a:lnTo>
                  <a:pt x="577369" y="150848"/>
                </a:lnTo>
                <a:lnTo>
                  <a:pt x="580528" y="155850"/>
                </a:lnTo>
                <a:lnTo>
                  <a:pt x="582108" y="163090"/>
                </a:lnTo>
                <a:lnTo>
                  <a:pt x="582108" y="283137"/>
                </a:lnTo>
                <a:lnTo>
                  <a:pt x="650424" y="283137"/>
                </a:lnTo>
                <a:lnTo>
                  <a:pt x="650351" y="163090"/>
                </a:lnTo>
                <a:lnTo>
                  <a:pt x="650103" y="155019"/>
                </a:lnTo>
                <a:lnTo>
                  <a:pt x="649141" y="145419"/>
                </a:lnTo>
                <a:lnTo>
                  <a:pt x="648689" y="142951"/>
                </a:lnTo>
                <a:close/>
              </a:path>
              <a:path w="893444" h="287654">
                <a:moveTo>
                  <a:pt x="483385" y="97143"/>
                </a:moveTo>
                <a:lnTo>
                  <a:pt x="444439" y="110372"/>
                </a:lnTo>
                <a:lnTo>
                  <a:pt x="430074" y="128734"/>
                </a:lnTo>
                <a:lnTo>
                  <a:pt x="645291" y="128734"/>
                </a:lnTo>
                <a:lnTo>
                  <a:pt x="644140" y="125970"/>
                </a:lnTo>
                <a:lnTo>
                  <a:pt x="535116" y="125970"/>
                </a:lnTo>
                <a:lnTo>
                  <a:pt x="531932" y="119306"/>
                </a:lnTo>
                <a:lnTo>
                  <a:pt x="493652" y="97612"/>
                </a:lnTo>
                <a:lnTo>
                  <a:pt x="483385" y="97143"/>
                </a:lnTo>
                <a:close/>
              </a:path>
              <a:path w="893444" h="287654">
                <a:moveTo>
                  <a:pt x="593560" y="97143"/>
                </a:moveTo>
                <a:lnTo>
                  <a:pt x="552960" y="109163"/>
                </a:lnTo>
                <a:lnTo>
                  <a:pt x="535116" y="125970"/>
                </a:lnTo>
                <a:lnTo>
                  <a:pt x="644140" y="125970"/>
                </a:lnTo>
                <a:lnTo>
                  <a:pt x="613206" y="99216"/>
                </a:lnTo>
                <a:lnTo>
                  <a:pt x="593560" y="97143"/>
                </a:lnTo>
                <a:close/>
              </a:path>
              <a:path w="893444" h="287654">
                <a:moveTo>
                  <a:pt x="789834" y="97538"/>
                </a:moveTo>
                <a:lnTo>
                  <a:pt x="745408" y="103980"/>
                </a:lnTo>
                <a:lnTo>
                  <a:pt x="712040" y="122910"/>
                </a:lnTo>
                <a:lnTo>
                  <a:pt x="687162" y="164867"/>
                </a:lnTo>
                <a:lnTo>
                  <a:pt x="684003" y="192312"/>
                </a:lnTo>
                <a:lnTo>
                  <a:pt x="684835" y="206528"/>
                </a:lnTo>
                <a:lnTo>
                  <a:pt x="697034" y="242858"/>
                </a:lnTo>
                <a:lnTo>
                  <a:pt x="734154" y="275634"/>
                </a:lnTo>
                <a:lnTo>
                  <a:pt x="775988" y="286371"/>
                </a:lnTo>
                <a:lnTo>
                  <a:pt x="792203" y="287086"/>
                </a:lnTo>
                <a:lnTo>
                  <a:pt x="809652" y="286222"/>
                </a:lnTo>
                <a:lnTo>
                  <a:pt x="853411" y="273265"/>
                </a:lnTo>
                <a:lnTo>
                  <a:pt x="885324" y="244537"/>
                </a:lnTo>
                <a:lnTo>
                  <a:pt x="888021" y="240094"/>
                </a:lnTo>
                <a:lnTo>
                  <a:pt x="781673" y="240094"/>
                </a:lnTo>
                <a:lnTo>
                  <a:pt x="774828" y="238251"/>
                </a:lnTo>
                <a:lnTo>
                  <a:pt x="753585" y="206528"/>
                </a:lnTo>
                <a:lnTo>
                  <a:pt x="721517" y="206528"/>
                </a:lnTo>
                <a:lnTo>
                  <a:pt x="721517" y="171383"/>
                </a:lnTo>
                <a:lnTo>
                  <a:pt x="754572" y="171383"/>
                </a:lnTo>
                <a:lnTo>
                  <a:pt x="754935" y="169408"/>
                </a:lnTo>
                <a:lnTo>
                  <a:pt x="780356" y="140976"/>
                </a:lnTo>
                <a:lnTo>
                  <a:pt x="880637" y="140976"/>
                </a:lnTo>
                <a:lnTo>
                  <a:pt x="879869" y="139396"/>
                </a:lnTo>
                <a:lnTo>
                  <a:pt x="845514" y="108200"/>
                </a:lnTo>
                <a:lnTo>
                  <a:pt x="805753" y="98204"/>
                </a:lnTo>
                <a:lnTo>
                  <a:pt x="789834" y="97538"/>
                </a:lnTo>
                <a:close/>
              </a:path>
              <a:path w="893444" h="287654">
                <a:moveTo>
                  <a:pt x="831692" y="219165"/>
                </a:moveTo>
                <a:lnTo>
                  <a:pt x="797040" y="239773"/>
                </a:lnTo>
                <a:lnTo>
                  <a:pt x="789834" y="240094"/>
                </a:lnTo>
                <a:lnTo>
                  <a:pt x="888021" y="240094"/>
                </a:lnTo>
                <a:lnTo>
                  <a:pt x="893296" y="231406"/>
                </a:lnTo>
                <a:lnTo>
                  <a:pt x="831692" y="219165"/>
                </a:lnTo>
                <a:close/>
              </a:path>
              <a:path w="893444" h="287654">
                <a:moveTo>
                  <a:pt x="754572" y="171383"/>
                </a:moveTo>
                <a:lnTo>
                  <a:pt x="721517" y="171383"/>
                </a:lnTo>
                <a:lnTo>
                  <a:pt x="721517" y="206528"/>
                </a:lnTo>
                <a:lnTo>
                  <a:pt x="753585" y="206528"/>
                </a:lnTo>
                <a:lnTo>
                  <a:pt x="753504" y="206133"/>
                </a:lnTo>
                <a:lnTo>
                  <a:pt x="752813" y="199321"/>
                </a:lnTo>
                <a:lnTo>
                  <a:pt x="752917" y="185072"/>
                </a:lnTo>
                <a:lnTo>
                  <a:pt x="752961" y="183624"/>
                </a:lnTo>
                <a:lnTo>
                  <a:pt x="753701" y="176122"/>
                </a:lnTo>
                <a:lnTo>
                  <a:pt x="754572" y="171383"/>
                </a:lnTo>
                <a:close/>
              </a:path>
              <a:path w="893444" h="287654">
                <a:moveTo>
                  <a:pt x="819056" y="171383"/>
                </a:moveTo>
                <a:lnTo>
                  <a:pt x="754572" y="171383"/>
                </a:lnTo>
                <a:lnTo>
                  <a:pt x="753701" y="176122"/>
                </a:lnTo>
                <a:lnTo>
                  <a:pt x="752961" y="183624"/>
                </a:lnTo>
                <a:lnTo>
                  <a:pt x="752917" y="185072"/>
                </a:lnTo>
                <a:lnTo>
                  <a:pt x="752813" y="199321"/>
                </a:lnTo>
                <a:lnTo>
                  <a:pt x="753504" y="206133"/>
                </a:lnTo>
                <a:lnTo>
                  <a:pt x="753585" y="206528"/>
                </a:lnTo>
                <a:lnTo>
                  <a:pt x="890926" y="206528"/>
                </a:lnTo>
                <a:lnTo>
                  <a:pt x="891189" y="204159"/>
                </a:lnTo>
                <a:lnTo>
                  <a:pt x="891321" y="201526"/>
                </a:lnTo>
                <a:lnTo>
                  <a:pt x="891321" y="198630"/>
                </a:lnTo>
                <a:lnTo>
                  <a:pt x="891584" y="195471"/>
                </a:lnTo>
                <a:lnTo>
                  <a:pt x="891716" y="192312"/>
                </a:lnTo>
                <a:lnTo>
                  <a:pt x="891716" y="189548"/>
                </a:lnTo>
                <a:lnTo>
                  <a:pt x="813922" y="189548"/>
                </a:lnTo>
                <a:lnTo>
                  <a:pt x="815238" y="187442"/>
                </a:lnTo>
                <a:lnTo>
                  <a:pt x="816423" y="185072"/>
                </a:lnTo>
                <a:lnTo>
                  <a:pt x="818529" y="179807"/>
                </a:lnTo>
                <a:lnTo>
                  <a:pt x="818943" y="178047"/>
                </a:lnTo>
                <a:lnTo>
                  <a:pt x="819056" y="171383"/>
                </a:lnTo>
                <a:close/>
              </a:path>
              <a:path w="893444" h="287654">
                <a:moveTo>
                  <a:pt x="880637" y="140976"/>
                </a:moveTo>
                <a:lnTo>
                  <a:pt x="794572" y="140976"/>
                </a:lnTo>
                <a:lnTo>
                  <a:pt x="799969" y="142424"/>
                </a:lnTo>
                <a:lnTo>
                  <a:pt x="804445" y="145320"/>
                </a:lnTo>
                <a:lnTo>
                  <a:pt x="809183" y="147952"/>
                </a:lnTo>
                <a:lnTo>
                  <a:pt x="812737" y="151901"/>
                </a:lnTo>
                <a:lnTo>
                  <a:pt x="815107" y="157167"/>
                </a:lnTo>
                <a:lnTo>
                  <a:pt x="817739" y="162169"/>
                </a:lnTo>
                <a:lnTo>
                  <a:pt x="819056" y="168355"/>
                </a:lnTo>
                <a:lnTo>
                  <a:pt x="818943" y="178047"/>
                </a:lnTo>
                <a:lnTo>
                  <a:pt x="818529" y="179807"/>
                </a:lnTo>
                <a:lnTo>
                  <a:pt x="816423" y="185072"/>
                </a:lnTo>
                <a:lnTo>
                  <a:pt x="815238" y="187442"/>
                </a:lnTo>
                <a:lnTo>
                  <a:pt x="813922" y="189548"/>
                </a:lnTo>
                <a:lnTo>
                  <a:pt x="828533" y="171383"/>
                </a:lnTo>
                <a:lnTo>
                  <a:pt x="890370" y="171383"/>
                </a:lnTo>
                <a:lnTo>
                  <a:pt x="888754" y="161905"/>
                </a:lnTo>
                <a:lnTo>
                  <a:pt x="885052" y="150059"/>
                </a:lnTo>
                <a:lnTo>
                  <a:pt x="880637" y="140976"/>
                </a:lnTo>
                <a:close/>
              </a:path>
              <a:path w="893444" h="287654">
                <a:moveTo>
                  <a:pt x="890370" y="171383"/>
                </a:moveTo>
                <a:lnTo>
                  <a:pt x="828533" y="171383"/>
                </a:lnTo>
                <a:lnTo>
                  <a:pt x="813922" y="189548"/>
                </a:lnTo>
                <a:lnTo>
                  <a:pt x="891716" y="189548"/>
                </a:lnTo>
                <a:lnTo>
                  <a:pt x="890975" y="174937"/>
                </a:lnTo>
                <a:lnTo>
                  <a:pt x="890370" y="1713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69083" y="4450126"/>
            <a:ext cx="5570511" cy="2062764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4089062" y="3509362"/>
            <a:ext cx="735330" cy="353695"/>
          </a:xfrm>
          <a:custGeom>
            <a:avLst/>
            <a:gdLst/>
            <a:ahLst/>
            <a:cxnLst/>
            <a:rect l="l" t="t" r="r" b="b"/>
            <a:pathLst>
              <a:path w="735330" h="353695">
                <a:moveTo>
                  <a:pt x="150390" y="0"/>
                </a:moveTo>
                <a:lnTo>
                  <a:pt x="104877" y="5512"/>
                </a:lnTo>
                <a:lnTo>
                  <a:pt x="65112" y="21484"/>
                </a:lnTo>
                <a:lnTo>
                  <a:pt x="33357" y="47208"/>
                </a:lnTo>
                <a:lnTo>
                  <a:pt x="11307" y="81414"/>
                </a:lnTo>
                <a:lnTo>
                  <a:pt x="706" y="123252"/>
                </a:lnTo>
                <a:lnTo>
                  <a:pt x="0" y="138705"/>
                </a:lnTo>
                <a:lnTo>
                  <a:pt x="683" y="154206"/>
                </a:lnTo>
                <a:lnTo>
                  <a:pt x="10930" y="196751"/>
                </a:lnTo>
                <a:lnTo>
                  <a:pt x="32202" y="231733"/>
                </a:lnTo>
                <a:lnTo>
                  <a:pt x="63133" y="258000"/>
                </a:lnTo>
                <a:lnTo>
                  <a:pt x="102074" y="274702"/>
                </a:lnTo>
                <a:lnTo>
                  <a:pt x="147374" y="280426"/>
                </a:lnTo>
                <a:lnTo>
                  <a:pt x="164218" y="279673"/>
                </a:lnTo>
                <a:lnTo>
                  <a:pt x="208812" y="268365"/>
                </a:lnTo>
                <a:lnTo>
                  <a:pt x="243865" y="244619"/>
                </a:lnTo>
                <a:lnTo>
                  <a:pt x="264722" y="217858"/>
                </a:lnTo>
                <a:lnTo>
                  <a:pt x="150390" y="217858"/>
                </a:lnTo>
                <a:lnTo>
                  <a:pt x="139789" y="217269"/>
                </a:lnTo>
                <a:lnTo>
                  <a:pt x="104047" y="203158"/>
                </a:lnTo>
                <a:lnTo>
                  <a:pt x="81814" y="171851"/>
                </a:lnTo>
                <a:lnTo>
                  <a:pt x="76514" y="138705"/>
                </a:lnTo>
                <a:lnTo>
                  <a:pt x="77126" y="126762"/>
                </a:lnTo>
                <a:lnTo>
                  <a:pt x="91826" y="88905"/>
                </a:lnTo>
                <a:lnTo>
                  <a:pt x="131167" y="64735"/>
                </a:lnTo>
                <a:lnTo>
                  <a:pt x="150390" y="62568"/>
                </a:lnTo>
                <a:lnTo>
                  <a:pt x="271106" y="62568"/>
                </a:lnTo>
                <a:lnTo>
                  <a:pt x="265821" y="55477"/>
                </a:lnTo>
                <a:lnTo>
                  <a:pt x="233335" y="24711"/>
                </a:lnTo>
                <a:lnTo>
                  <a:pt x="190320" y="4876"/>
                </a:lnTo>
                <a:lnTo>
                  <a:pt x="164501" y="541"/>
                </a:lnTo>
                <a:lnTo>
                  <a:pt x="150390" y="0"/>
                </a:lnTo>
                <a:close/>
              </a:path>
              <a:path w="735330" h="353695">
                <a:moveTo>
                  <a:pt x="284950" y="123252"/>
                </a:moveTo>
                <a:lnTo>
                  <a:pt x="148128" y="123252"/>
                </a:lnTo>
                <a:lnTo>
                  <a:pt x="148128" y="177528"/>
                </a:lnTo>
                <a:lnTo>
                  <a:pt x="213335" y="177528"/>
                </a:lnTo>
                <a:lnTo>
                  <a:pt x="211074" y="183307"/>
                </a:lnTo>
                <a:lnTo>
                  <a:pt x="208058" y="188710"/>
                </a:lnTo>
                <a:lnTo>
                  <a:pt x="204289" y="193735"/>
                </a:lnTo>
                <a:lnTo>
                  <a:pt x="200771" y="198761"/>
                </a:lnTo>
                <a:lnTo>
                  <a:pt x="166974" y="216979"/>
                </a:lnTo>
                <a:lnTo>
                  <a:pt x="159185" y="217858"/>
                </a:lnTo>
                <a:lnTo>
                  <a:pt x="264722" y="217858"/>
                </a:lnTo>
                <a:lnTo>
                  <a:pt x="282759" y="169754"/>
                </a:lnTo>
                <a:lnTo>
                  <a:pt x="285586" y="139224"/>
                </a:lnTo>
                <a:lnTo>
                  <a:pt x="284950" y="123252"/>
                </a:lnTo>
                <a:close/>
              </a:path>
              <a:path w="735330" h="353695">
                <a:moveTo>
                  <a:pt x="271106" y="62568"/>
                </a:moveTo>
                <a:lnTo>
                  <a:pt x="150390" y="62568"/>
                </a:lnTo>
                <a:lnTo>
                  <a:pt x="160449" y="63180"/>
                </a:lnTo>
                <a:lnTo>
                  <a:pt x="169518" y="65018"/>
                </a:lnTo>
                <a:lnTo>
                  <a:pt x="201509" y="89612"/>
                </a:lnTo>
                <a:lnTo>
                  <a:pt x="205797" y="96491"/>
                </a:lnTo>
                <a:lnTo>
                  <a:pt x="272511" y="64452"/>
                </a:lnTo>
                <a:lnTo>
                  <a:pt x="271106" y="62568"/>
                </a:lnTo>
                <a:close/>
              </a:path>
              <a:path w="735330" h="353695">
                <a:moveTo>
                  <a:pt x="375852" y="166220"/>
                </a:moveTo>
                <a:lnTo>
                  <a:pt x="334791" y="174277"/>
                </a:lnTo>
                <a:lnTo>
                  <a:pt x="308713" y="207964"/>
                </a:lnTo>
                <a:lnTo>
                  <a:pt x="307653" y="220120"/>
                </a:lnTo>
                <a:lnTo>
                  <a:pt x="308164" y="228161"/>
                </a:lnTo>
                <a:lnTo>
                  <a:pt x="332270" y="264808"/>
                </a:lnTo>
                <a:lnTo>
                  <a:pt x="369821" y="274396"/>
                </a:lnTo>
                <a:lnTo>
                  <a:pt x="378301" y="274019"/>
                </a:lnTo>
                <a:lnTo>
                  <a:pt x="414580" y="260921"/>
                </a:lnTo>
                <a:lnTo>
                  <a:pt x="427112" y="246373"/>
                </a:lnTo>
                <a:lnTo>
                  <a:pt x="427112" y="234066"/>
                </a:lnTo>
                <a:lnTo>
                  <a:pt x="390551" y="234066"/>
                </a:lnTo>
                <a:lnTo>
                  <a:pt x="387033" y="233437"/>
                </a:lnTo>
                <a:lnTo>
                  <a:pt x="373213" y="220120"/>
                </a:lnTo>
                <a:lnTo>
                  <a:pt x="373213" y="212581"/>
                </a:lnTo>
                <a:lnTo>
                  <a:pt x="373967" y="209566"/>
                </a:lnTo>
                <a:lnTo>
                  <a:pt x="375475" y="207304"/>
                </a:lnTo>
                <a:lnTo>
                  <a:pt x="376982" y="204792"/>
                </a:lnTo>
                <a:lnTo>
                  <a:pt x="379495" y="202907"/>
                </a:lnTo>
                <a:lnTo>
                  <a:pt x="386531" y="200394"/>
                </a:lnTo>
                <a:lnTo>
                  <a:pt x="391179" y="199766"/>
                </a:lnTo>
                <a:lnTo>
                  <a:pt x="427112" y="199766"/>
                </a:lnTo>
                <a:lnTo>
                  <a:pt x="427112" y="176977"/>
                </a:lnTo>
                <a:lnTo>
                  <a:pt x="424851" y="176020"/>
                </a:lnTo>
                <a:lnTo>
                  <a:pt x="418569" y="173005"/>
                </a:lnTo>
                <a:lnTo>
                  <a:pt x="411156" y="170618"/>
                </a:lnTo>
                <a:lnTo>
                  <a:pt x="402613" y="168859"/>
                </a:lnTo>
                <a:lnTo>
                  <a:pt x="396276" y="167704"/>
                </a:lnTo>
                <a:lnTo>
                  <a:pt x="389703" y="166880"/>
                </a:lnTo>
                <a:lnTo>
                  <a:pt x="382895" y="166385"/>
                </a:lnTo>
                <a:lnTo>
                  <a:pt x="375852" y="166220"/>
                </a:lnTo>
                <a:close/>
              </a:path>
              <a:path w="735330" h="353695">
                <a:moveTo>
                  <a:pt x="428681" y="205647"/>
                </a:moveTo>
                <a:lnTo>
                  <a:pt x="433143" y="222381"/>
                </a:lnTo>
                <a:lnTo>
                  <a:pt x="432601" y="230367"/>
                </a:lnTo>
                <a:lnTo>
                  <a:pt x="430976" y="237741"/>
                </a:lnTo>
                <a:lnTo>
                  <a:pt x="428267" y="244501"/>
                </a:lnTo>
                <a:lnTo>
                  <a:pt x="427112" y="246373"/>
                </a:lnTo>
                <a:lnTo>
                  <a:pt x="427112" y="270627"/>
                </a:lnTo>
                <a:lnTo>
                  <a:pt x="489304" y="270627"/>
                </a:lnTo>
                <a:lnTo>
                  <a:pt x="489304" y="212958"/>
                </a:lnTo>
                <a:lnTo>
                  <a:pt x="439551" y="212958"/>
                </a:lnTo>
                <a:lnTo>
                  <a:pt x="434525" y="208686"/>
                </a:lnTo>
                <a:lnTo>
                  <a:pt x="428681" y="205647"/>
                </a:lnTo>
                <a:close/>
              </a:path>
              <a:path w="735330" h="353695">
                <a:moveTo>
                  <a:pt x="427112" y="205081"/>
                </a:moveTo>
                <a:lnTo>
                  <a:pt x="427112" y="246373"/>
                </a:lnTo>
                <a:lnTo>
                  <a:pt x="428267" y="244501"/>
                </a:lnTo>
                <a:lnTo>
                  <a:pt x="430976" y="237741"/>
                </a:lnTo>
                <a:lnTo>
                  <a:pt x="432601" y="230367"/>
                </a:lnTo>
                <a:lnTo>
                  <a:pt x="433143" y="222381"/>
                </a:lnTo>
                <a:lnTo>
                  <a:pt x="428681" y="205647"/>
                </a:lnTo>
                <a:lnTo>
                  <a:pt x="428243" y="205420"/>
                </a:lnTo>
                <a:lnTo>
                  <a:pt x="427112" y="205081"/>
                </a:lnTo>
                <a:close/>
              </a:path>
              <a:path w="735330" h="353695">
                <a:moveTo>
                  <a:pt x="427112" y="207556"/>
                </a:moveTo>
                <a:lnTo>
                  <a:pt x="425479" y="214089"/>
                </a:lnTo>
                <a:lnTo>
                  <a:pt x="422212" y="219366"/>
                </a:lnTo>
                <a:lnTo>
                  <a:pt x="419197" y="224391"/>
                </a:lnTo>
                <a:lnTo>
                  <a:pt x="415177" y="228161"/>
                </a:lnTo>
                <a:lnTo>
                  <a:pt x="410151" y="230673"/>
                </a:lnTo>
                <a:lnTo>
                  <a:pt x="405125" y="232935"/>
                </a:lnTo>
                <a:lnTo>
                  <a:pt x="399849" y="234066"/>
                </a:lnTo>
                <a:lnTo>
                  <a:pt x="427112" y="234066"/>
                </a:lnTo>
                <a:lnTo>
                  <a:pt x="427112" y="207556"/>
                </a:lnTo>
                <a:close/>
              </a:path>
              <a:path w="735330" h="353695">
                <a:moveTo>
                  <a:pt x="427112" y="176977"/>
                </a:moveTo>
                <a:lnTo>
                  <a:pt x="427112" y="199766"/>
                </a:lnTo>
                <a:lnTo>
                  <a:pt x="428681" y="205647"/>
                </a:lnTo>
                <a:lnTo>
                  <a:pt x="434525" y="208686"/>
                </a:lnTo>
                <a:lnTo>
                  <a:pt x="439551" y="212958"/>
                </a:lnTo>
                <a:lnTo>
                  <a:pt x="439551" y="185443"/>
                </a:lnTo>
                <a:lnTo>
                  <a:pt x="436284" y="181925"/>
                </a:lnTo>
                <a:lnTo>
                  <a:pt x="431384" y="178784"/>
                </a:lnTo>
                <a:lnTo>
                  <a:pt x="427112" y="176977"/>
                </a:lnTo>
                <a:close/>
              </a:path>
              <a:path w="735330" h="353695">
                <a:moveTo>
                  <a:pt x="488554" y="140213"/>
                </a:moveTo>
                <a:lnTo>
                  <a:pt x="401482" y="140213"/>
                </a:lnTo>
                <a:lnTo>
                  <a:pt x="406131" y="140841"/>
                </a:lnTo>
                <a:lnTo>
                  <a:pt x="410151" y="142098"/>
                </a:lnTo>
                <a:lnTo>
                  <a:pt x="414171" y="143103"/>
                </a:lnTo>
                <a:lnTo>
                  <a:pt x="417438" y="144736"/>
                </a:lnTo>
                <a:lnTo>
                  <a:pt x="419951" y="146998"/>
                </a:lnTo>
                <a:lnTo>
                  <a:pt x="422464" y="149008"/>
                </a:lnTo>
                <a:lnTo>
                  <a:pt x="424223" y="151521"/>
                </a:lnTo>
                <a:lnTo>
                  <a:pt x="425228" y="154536"/>
                </a:lnTo>
                <a:lnTo>
                  <a:pt x="426484" y="157551"/>
                </a:lnTo>
                <a:lnTo>
                  <a:pt x="427112" y="160944"/>
                </a:lnTo>
                <a:lnTo>
                  <a:pt x="427112" y="176977"/>
                </a:lnTo>
                <a:lnTo>
                  <a:pt x="431384" y="178784"/>
                </a:lnTo>
                <a:lnTo>
                  <a:pt x="436284" y="181925"/>
                </a:lnTo>
                <a:lnTo>
                  <a:pt x="439551" y="185443"/>
                </a:lnTo>
                <a:lnTo>
                  <a:pt x="439551" y="212958"/>
                </a:lnTo>
                <a:lnTo>
                  <a:pt x="489304" y="212958"/>
                </a:lnTo>
                <a:lnTo>
                  <a:pt x="489284" y="149008"/>
                </a:lnTo>
                <a:lnTo>
                  <a:pt x="488634" y="140841"/>
                </a:lnTo>
                <a:lnTo>
                  <a:pt x="488554" y="140213"/>
                </a:lnTo>
                <a:close/>
              </a:path>
              <a:path w="735330" h="353695">
                <a:moveTo>
                  <a:pt x="427112" y="199766"/>
                </a:moveTo>
                <a:lnTo>
                  <a:pt x="427112" y="205081"/>
                </a:lnTo>
                <a:lnTo>
                  <a:pt x="428243" y="205420"/>
                </a:lnTo>
                <a:lnTo>
                  <a:pt x="428681" y="205647"/>
                </a:lnTo>
                <a:lnTo>
                  <a:pt x="427112" y="199766"/>
                </a:lnTo>
                <a:close/>
              </a:path>
              <a:path w="735330" h="353695">
                <a:moveTo>
                  <a:pt x="427112" y="199766"/>
                </a:moveTo>
                <a:lnTo>
                  <a:pt x="405251" y="199766"/>
                </a:lnTo>
                <a:lnTo>
                  <a:pt x="413166" y="200897"/>
                </a:lnTo>
                <a:lnTo>
                  <a:pt x="427112" y="205081"/>
                </a:lnTo>
                <a:lnTo>
                  <a:pt x="427112" y="199766"/>
                </a:lnTo>
                <a:close/>
              </a:path>
              <a:path w="735330" h="353695">
                <a:moveTo>
                  <a:pt x="405251" y="91967"/>
                </a:moveTo>
                <a:lnTo>
                  <a:pt x="358890" y="98375"/>
                </a:lnTo>
                <a:lnTo>
                  <a:pt x="320821" y="111567"/>
                </a:lnTo>
                <a:lnTo>
                  <a:pt x="341552" y="154159"/>
                </a:lnTo>
                <a:lnTo>
                  <a:pt x="343813" y="152903"/>
                </a:lnTo>
                <a:lnTo>
                  <a:pt x="347834" y="151144"/>
                </a:lnTo>
                <a:lnTo>
                  <a:pt x="359393" y="146621"/>
                </a:lnTo>
                <a:lnTo>
                  <a:pt x="366052" y="144610"/>
                </a:lnTo>
                <a:lnTo>
                  <a:pt x="381380" y="141092"/>
                </a:lnTo>
                <a:lnTo>
                  <a:pt x="388918" y="140213"/>
                </a:lnTo>
                <a:lnTo>
                  <a:pt x="488554" y="140213"/>
                </a:lnTo>
                <a:lnTo>
                  <a:pt x="486477" y="132204"/>
                </a:lnTo>
                <a:lnTo>
                  <a:pt x="456936" y="102356"/>
                </a:lnTo>
                <a:lnTo>
                  <a:pt x="416818" y="92392"/>
                </a:lnTo>
                <a:lnTo>
                  <a:pt x="405251" y="91967"/>
                </a:lnTo>
                <a:close/>
              </a:path>
              <a:path w="735330" h="353695">
                <a:moveTo>
                  <a:pt x="594337" y="97244"/>
                </a:moveTo>
                <a:lnTo>
                  <a:pt x="529130" y="97244"/>
                </a:lnTo>
                <a:lnTo>
                  <a:pt x="529130" y="353549"/>
                </a:lnTo>
                <a:lnTo>
                  <a:pt x="594337" y="353549"/>
                </a:lnTo>
                <a:lnTo>
                  <a:pt x="594337" y="243620"/>
                </a:lnTo>
                <a:lnTo>
                  <a:pt x="593866" y="242900"/>
                </a:lnTo>
                <a:lnTo>
                  <a:pt x="589060" y="232935"/>
                </a:lnTo>
                <a:lnTo>
                  <a:pt x="585433" y="221957"/>
                </a:lnTo>
                <a:lnTo>
                  <a:pt x="582841" y="210131"/>
                </a:lnTo>
                <a:lnTo>
                  <a:pt x="581286" y="197457"/>
                </a:lnTo>
                <a:lnTo>
                  <a:pt x="580768" y="183935"/>
                </a:lnTo>
                <a:lnTo>
                  <a:pt x="581286" y="170272"/>
                </a:lnTo>
                <a:lnTo>
                  <a:pt x="593866" y="124971"/>
                </a:lnTo>
                <a:lnTo>
                  <a:pt x="594337" y="124251"/>
                </a:lnTo>
                <a:lnTo>
                  <a:pt x="594337" y="97244"/>
                </a:lnTo>
                <a:close/>
              </a:path>
              <a:path w="735330" h="353695">
                <a:moveTo>
                  <a:pt x="594337" y="192228"/>
                </a:moveTo>
                <a:lnTo>
                  <a:pt x="594337" y="243620"/>
                </a:lnTo>
                <a:lnTo>
                  <a:pt x="599614" y="251686"/>
                </a:lnTo>
                <a:lnTo>
                  <a:pt x="632123" y="274490"/>
                </a:lnTo>
                <a:lnTo>
                  <a:pt x="653513" y="277411"/>
                </a:lnTo>
                <a:lnTo>
                  <a:pt x="663737" y="276752"/>
                </a:lnTo>
                <a:lnTo>
                  <a:pt x="701523" y="260945"/>
                </a:lnTo>
                <a:lnTo>
                  <a:pt x="728143" y="224572"/>
                </a:lnTo>
                <a:lnTo>
                  <a:pt x="729510" y="220120"/>
                </a:lnTo>
                <a:lnTo>
                  <a:pt x="623988" y="220120"/>
                </a:lnTo>
                <a:lnTo>
                  <a:pt x="618334" y="218863"/>
                </a:lnTo>
                <a:lnTo>
                  <a:pt x="612806" y="216350"/>
                </a:lnTo>
                <a:lnTo>
                  <a:pt x="607529" y="213586"/>
                </a:lnTo>
                <a:lnTo>
                  <a:pt x="603132" y="209566"/>
                </a:lnTo>
                <a:lnTo>
                  <a:pt x="596096" y="199012"/>
                </a:lnTo>
                <a:lnTo>
                  <a:pt x="594337" y="192228"/>
                </a:lnTo>
                <a:close/>
              </a:path>
              <a:path w="735330" h="353695">
                <a:moveTo>
                  <a:pt x="594337" y="124251"/>
                </a:moveTo>
                <a:lnTo>
                  <a:pt x="581286" y="170272"/>
                </a:lnTo>
                <a:lnTo>
                  <a:pt x="580768" y="183935"/>
                </a:lnTo>
                <a:lnTo>
                  <a:pt x="581286" y="197457"/>
                </a:lnTo>
                <a:lnTo>
                  <a:pt x="593866" y="242900"/>
                </a:lnTo>
                <a:lnTo>
                  <a:pt x="594337" y="243620"/>
                </a:lnTo>
                <a:lnTo>
                  <a:pt x="594337" y="124251"/>
                </a:lnTo>
                <a:close/>
              </a:path>
              <a:path w="735330" h="353695">
                <a:moveTo>
                  <a:pt x="729559" y="147751"/>
                </a:moveTo>
                <a:lnTo>
                  <a:pt x="636552" y="147751"/>
                </a:lnTo>
                <a:lnTo>
                  <a:pt x="642708" y="149133"/>
                </a:lnTo>
                <a:lnTo>
                  <a:pt x="653765" y="154662"/>
                </a:lnTo>
                <a:lnTo>
                  <a:pt x="658162" y="158808"/>
                </a:lnTo>
                <a:lnTo>
                  <a:pt x="661429" y="164336"/>
                </a:lnTo>
                <a:lnTo>
                  <a:pt x="664695" y="169613"/>
                </a:lnTo>
                <a:lnTo>
                  <a:pt x="666203" y="175643"/>
                </a:lnTo>
                <a:lnTo>
                  <a:pt x="666329" y="191474"/>
                </a:lnTo>
                <a:lnTo>
                  <a:pt x="664695" y="198007"/>
                </a:lnTo>
                <a:lnTo>
                  <a:pt x="658162" y="209063"/>
                </a:lnTo>
                <a:lnTo>
                  <a:pt x="653765" y="213209"/>
                </a:lnTo>
                <a:lnTo>
                  <a:pt x="642708" y="218738"/>
                </a:lnTo>
                <a:lnTo>
                  <a:pt x="636552" y="220120"/>
                </a:lnTo>
                <a:lnTo>
                  <a:pt x="729510" y="220120"/>
                </a:lnTo>
                <a:lnTo>
                  <a:pt x="731912" y="212299"/>
                </a:lnTo>
                <a:lnTo>
                  <a:pt x="734131" y="199012"/>
                </a:lnTo>
                <a:lnTo>
                  <a:pt x="734240" y="197457"/>
                </a:lnTo>
                <a:lnTo>
                  <a:pt x="734928" y="183935"/>
                </a:lnTo>
                <a:lnTo>
                  <a:pt x="734154" y="168859"/>
                </a:lnTo>
                <a:lnTo>
                  <a:pt x="731912" y="155384"/>
                </a:lnTo>
                <a:lnTo>
                  <a:pt x="729559" y="147751"/>
                </a:lnTo>
                <a:close/>
              </a:path>
              <a:path w="735330" h="353695">
                <a:moveTo>
                  <a:pt x="653513" y="90460"/>
                </a:moveTo>
                <a:lnTo>
                  <a:pt x="613937" y="102144"/>
                </a:lnTo>
                <a:lnTo>
                  <a:pt x="594337" y="124251"/>
                </a:lnTo>
                <a:lnTo>
                  <a:pt x="594337" y="175643"/>
                </a:lnTo>
                <a:lnTo>
                  <a:pt x="596096" y="168859"/>
                </a:lnTo>
                <a:lnTo>
                  <a:pt x="603132" y="158305"/>
                </a:lnTo>
                <a:lnTo>
                  <a:pt x="607529" y="154410"/>
                </a:lnTo>
                <a:lnTo>
                  <a:pt x="612806" y="151897"/>
                </a:lnTo>
                <a:lnTo>
                  <a:pt x="618334" y="149133"/>
                </a:lnTo>
                <a:lnTo>
                  <a:pt x="623988" y="147751"/>
                </a:lnTo>
                <a:lnTo>
                  <a:pt x="729559" y="147751"/>
                </a:lnTo>
                <a:lnTo>
                  <a:pt x="728143" y="143158"/>
                </a:lnTo>
                <a:lnTo>
                  <a:pt x="701523" y="106926"/>
                </a:lnTo>
                <a:lnTo>
                  <a:pt x="663737" y="91119"/>
                </a:lnTo>
                <a:lnTo>
                  <a:pt x="653513" y="904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13884809" y="4420042"/>
            <a:ext cx="5573395" cy="2124710"/>
            <a:chOff x="13884809" y="4420042"/>
            <a:chExt cx="5573395" cy="2124710"/>
          </a:xfrm>
        </p:grpSpPr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884809" y="4420042"/>
              <a:ext cx="5572782" cy="2124171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6351593" y="6236915"/>
              <a:ext cx="1056005" cy="240029"/>
            </a:xfrm>
            <a:custGeom>
              <a:avLst/>
              <a:gdLst/>
              <a:ahLst/>
              <a:cxnLst/>
              <a:rect l="l" t="t" r="r" b="b"/>
              <a:pathLst>
                <a:path w="1056005" h="240029">
                  <a:moveTo>
                    <a:pt x="1055568" y="0"/>
                  </a:moveTo>
                  <a:lnTo>
                    <a:pt x="0" y="0"/>
                  </a:lnTo>
                  <a:lnTo>
                    <a:pt x="0" y="239407"/>
                  </a:lnTo>
                  <a:lnTo>
                    <a:pt x="1055568" y="239407"/>
                  </a:lnTo>
                  <a:lnTo>
                    <a:pt x="1055568" y="0"/>
                  </a:lnTo>
                  <a:close/>
                </a:path>
              </a:pathLst>
            </a:custGeom>
            <a:solidFill>
              <a:srgbClr val="5A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6351581" y="6236302"/>
              <a:ext cx="1056005" cy="240029"/>
            </a:xfrm>
            <a:custGeom>
              <a:avLst/>
              <a:gdLst/>
              <a:ahLst/>
              <a:cxnLst/>
              <a:rect l="l" t="t" r="r" b="b"/>
              <a:pathLst>
                <a:path w="1056005" h="240029">
                  <a:moveTo>
                    <a:pt x="1055573" y="622"/>
                  </a:moveTo>
                  <a:lnTo>
                    <a:pt x="1024166" y="622"/>
                  </a:lnTo>
                  <a:lnTo>
                    <a:pt x="31419" y="622"/>
                  </a:lnTo>
                  <a:lnTo>
                    <a:pt x="31419" y="0"/>
                  </a:lnTo>
                  <a:lnTo>
                    <a:pt x="0" y="0"/>
                  </a:lnTo>
                  <a:lnTo>
                    <a:pt x="0" y="622"/>
                  </a:lnTo>
                  <a:lnTo>
                    <a:pt x="0" y="32029"/>
                  </a:lnTo>
                  <a:lnTo>
                    <a:pt x="0" y="208280"/>
                  </a:lnTo>
                  <a:lnTo>
                    <a:pt x="31419" y="208280"/>
                  </a:lnTo>
                  <a:lnTo>
                    <a:pt x="31419" y="32029"/>
                  </a:lnTo>
                  <a:lnTo>
                    <a:pt x="1024166" y="32029"/>
                  </a:lnTo>
                  <a:lnTo>
                    <a:pt x="1024166" y="208610"/>
                  </a:lnTo>
                  <a:lnTo>
                    <a:pt x="31419" y="208610"/>
                  </a:lnTo>
                  <a:lnTo>
                    <a:pt x="0" y="208610"/>
                  </a:lnTo>
                  <a:lnTo>
                    <a:pt x="0" y="240030"/>
                  </a:lnTo>
                  <a:lnTo>
                    <a:pt x="31419" y="240030"/>
                  </a:lnTo>
                  <a:lnTo>
                    <a:pt x="1024166" y="240030"/>
                  </a:lnTo>
                  <a:lnTo>
                    <a:pt x="1055573" y="240030"/>
                  </a:lnTo>
                  <a:lnTo>
                    <a:pt x="1055573" y="62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5306907" y="5148699"/>
              <a:ext cx="1056005" cy="240029"/>
            </a:xfrm>
            <a:custGeom>
              <a:avLst/>
              <a:gdLst/>
              <a:ahLst/>
              <a:cxnLst/>
              <a:rect l="l" t="t" r="r" b="b"/>
              <a:pathLst>
                <a:path w="1056005" h="240029">
                  <a:moveTo>
                    <a:pt x="1055568" y="0"/>
                  </a:moveTo>
                  <a:lnTo>
                    <a:pt x="0" y="0"/>
                  </a:lnTo>
                  <a:lnTo>
                    <a:pt x="0" y="239407"/>
                  </a:lnTo>
                  <a:lnTo>
                    <a:pt x="1055568" y="239407"/>
                  </a:lnTo>
                  <a:lnTo>
                    <a:pt x="1055568" y="0"/>
                  </a:lnTo>
                  <a:close/>
                </a:path>
              </a:pathLst>
            </a:custGeom>
            <a:solidFill>
              <a:srgbClr val="5A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306905" y="5148090"/>
              <a:ext cx="1056005" cy="240029"/>
            </a:xfrm>
            <a:custGeom>
              <a:avLst/>
              <a:gdLst/>
              <a:ahLst/>
              <a:cxnLst/>
              <a:rect l="l" t="t" r="r" b="b"/>
              <a:pathLst>
                <a:path w="1056005" h="240029">
                  <a:moveTo>
                    <a:pt x="1055560" y="609"/>
                  </a:moveTo>
                  <a:lnTo>
                    <a:pt x="1024153" y="609"/>
                  </a:lnTo>
                  <a:lnTo>
                    <a:pt x="31407" y="609"/>
                  </a:lnTo>
                  <a:lnTo>
                    <a:pt x="31407" y="0"/>
                  </a:lnTo>
                  <a:lnTo>
                    <a:pt x="0" y="0"/>
                  </a:lnTo>
                  <a:lnTo>
                    <a:pt x="0" y="609"/>
                  </a:lnTo>
                  <a:lnTo>
                    <a:pt x="0" y="32029"/>
                  </a:lnTo>
                  <a:lnTo>
                    <a:pt x="0" y="208280"/>
                  </a:lnTo>
                  <a:lnTo>
                    <a:pt x="31407" y="208280"/>
                  </a:lnTo>
                  <a:lnTo>
                    <a:pt x="31407" y="32029"/>
                  </a:lnTo>
                  <a:lnTo>
                    <a:pt x="1024153" y="32029"/>
                  </a:lnTo>
                  <a:lnTo>
                    <a:pt x="1024153" y="208610"/>
                  </a:lnTo>
                  <a:lnTo>
                    <a:pt x="31407" y="208610"/>
                  </a:lnTo>
                  <a:lnTo>
                    <a:pt x="0" y="208610"/>
                  </a:lnTo>
                  <a:lnTo>
                    <a:pt x="0" y="240017"/>
                  </a:lnTo>
                  <a:lnTo>
                    <a:pt x="31407" y="240017"/>
                  </a:lnTo>
                  <a:lnTo>
                    <a:pt x="1024153" y="240017"/>
                  </a:lnTo>
                  <a:lnTo>
                    <a:pt x="1055560" y="240017"/>
                  </a:lnTo>
                  <a:lnTo>
                    <a:pt x="1055560" y="60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/>
          <p:nvPr/>
        </p:nvSpPr>
        <p:spPr>
          <a:xfrm>
            <a:off x="1026134" y="3129755"/>
            <a:ext cx="5303520" cy="43180"/>
          </a:xfrm>
          <a:custGeom>
            <a:avLst/>
            <a:gdLst/>
            <a:ahLst/>
            <a:cxnLst/>
            <a:rect l="l" t="t" r="r" b="b"/>
            <a:pathLst>
              <a:path w="5303520" h="43180">
                <a:moveTo>
                  <a:pt x="5303164" y="0"/>
                </a:moveTo>
                <a:lnTo>
                  <a:pt x="0" y="0"/>
                </a:lnTo>
                <a:lnTo>
                  <a:pt x="0" y="21590"/>
                </a:lnTo>
                <a:lnTo>
                  <a:pt x="0" y="43180"/>
                </a:lnTo>
                <a:lnTo>
                  <a:pt x="5303164" y="43180"/>
                </a:lnTo>
                <a:lnTo>
                  <a:pt x="5303164" y="21590"/>
                </a:lnTo>
                <a:lnTo>
                  <a:pt x="5303164" y="0"/>
                </a:lnTo>
                <a:close/>
              </a:path>
            </a:pathLst>
          </a:custGeom>
          <a:solidFill>
            <a:srgbClr val="00FF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4062392" y="3129755"/>
            <a:ext cx="5303520" cy="43180"/>
          </a:xfrm>
          <a:custGeom>
            <a:avLst/>
            <a:gdLst/>
            <a:ahLst/>
            <a:cxnLst/>
            <a:rect l="l" t="t" r="r" b="b"/>
            <a:pathLst>
              <a:path w="5303519" h="43180">
                <a:moveTo>
                  <a:pt x="5303164" y="0"/>
                </a:moveTo>
                <a:lnTo>
                  <a:pt x="0" y="0"/>
                </a:lnTo>
                <a:lnTo>
                  <a:pt x="0" y="21590"/>
                </a:lnTo>
                <a:lnTo>
                  <a:pt x="0" y="43180"/>
                </a:lnTo>
                <a:lnTo>
                  <a:pt x="5303164" y="43180"/>
                </a:lnTo>
                <a:lnTo>
                  <a:pt x="5303164" y="21590"/>
                </a:lnTo>
                <a:lnTo>
                  <a:pt x="5303164" y="0"/>
                </a:lnTo>
                <a:close/>
              </a:path>
            </a:pathLst>
          </a:custGeom>
          <a:solidFill>
            <a:srgbClr val="3B82F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object 2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75205" y="6972981"/>
            <a:ext cx="5280185" cy="2978254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650521" y="6889214"/>
            <a:ext cx="3999197" cy="1910831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4103018" y="6944311"/>
            <a:ext cx="3296800" cy="302847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109609" y="3047027"/>
            <a:ext cx="6670040" cy="7665084"/>
          </a:xfrm>
          <a:custGeom>
            <a:avLst/>
            <a:gdLst/>
            <a:ahLst/>
            <a:cxnLst/>
            <a:rect l="l" t="t" r="r" b="b"/>
            <a:pathLst>
              <a:path w="6670040" h="7665084">
                <a:moveTo>
                  <a:pt x="6146457" y="0"/>
                </a:moveTo>
                <a:lnTo>
                  <a:pt x="523497" y="0"/>
                </a:lnTo>
                <a:lnTo>
                  <a:pt x="475848" y="2139"/>
                </a:lnTo>
                <a:lnTo>
                  <a:pt x="429397" y="8434"/>
                </a:lnTo>
                <a:lnTo>
                  <a:pt x="384330" y="18699"/>
                </a:lnTo>
                <a:lnTo>
                  <a:pt x="340832" y="32751"/>
                </a:lnTo>
                <a:lnTo>
                  <a:pt x="299086" y="50403"/>
                </a:lnTo>
                <a:lnTo>
                  <a:pt x="259278" y="71472"/>
                </a:lnTo>
                <a:lnTo>
                  <a:pt x="221592" y="95772"/>
                </a:lnTo>
                <a:lnTo>
                  <a:pt x="186214" y="123119"/>
                </a:lnTo>
                <a:lnTo>
                  <a:pt x="153328" y="153328"/>
                </a:lnTo>
                <a:lnTo>
                  <a:pt x="123119" y="186214"/>
                </a:lnTo>
                <a:lnTo>
                  <a:pt x="95773" y="221592"/>
                </a:lnTo>
                <a:lnTo>
                  <a:pt x="71472" y="259277"/>
                </a:lnTo>
                <a:lnTo>
                  <a:pt x="50403" y="299086"/>
                </a:lnTo>
                <a:lnTo>
                  <a:pt x="32751" y="340831"/>
                </a:lnTo>
                <a:lnTo>
                  <a:pt x="18699" y="384330"/>
                </a:lnTo>
                <a:lnTo>
                  <a:pt x="8434" y="429397"/>
                </a:lnTo>
                <a:lnTo>
                  <a:pt x="2139" y="475848"/>
                </a:lnTo>
                <a:lnTo>
                  <a:pt x="0" y="523496"/>
                </a:lnTo>
                <a:lnTo>
                  <a:pt x="0" y="7141191"/>
                </a:lnTo>
                <a:lnTo>
                  <a:pt x="2139" y="7188840"/>
                </a:lnTo>
                <a:lnTo>
                  <a:pt x="8434" y="7235290"/>
                </a:lnTo>
                <a:lnTo>
                  <a:pt x="18699" y="7280357"/>
                </a:lnTo>
                <a:lnTo>
                  <a:pt x="32751" y="7323856"/>
                </a:lnTo>
                <a:lnTo>
                  <a:pt x="50403" y="7365602"/>
                </a:lnTo>
                <a:lnTo>
                  <a:pt x="71472" y="7405410"/>
                </a:lnTo>
                <a:lnTo>
                  <a:pt x="95772" y="7443095"/>
                </a:lnTo>
                <a:lnTo>
                  <a:pt x="123119" y="7478473"/>
                </a:lnTo>
                <a:lnTo>
                  <a:pt x="153328" y="7511359"/>
                </a:lnTo>
                <a:lnTo>
                  <a:pt x="186214" y="7541568"/>
                </a:lnTo>
                <a:lnTo>
                  <a:pt x="221592" y="7568915"/>
                </a:lnTo>
                <a:lnTo>
                  <a:pt x="259277" y="7593215"/>
                </a:lnTo>
                <a:lnTo>
                  <a:pt x="299086" y="7614284"/>
                </a:lnTo>
                <a:lnTo>
                  <a:pt x="340831" y="7631936"/>
                </a:lnTo>
                <a:lnTo>
                  <a:pt x="384330" y="7645988"/>
                </a:lnTo>
                <a:lnTo>
                  <a:pt x="429397" y="7656253"/>
                </a:lnTo>
                <a:lnTo>
                  <a:pt x="475848" y="7662548"/>
                </a:lnTo>
                <a:lnTo>
                  <a:pt x="523496" y="7664688"/>
                </a:lnTo>
                <a:lnTo>
                  <a:pt x="6146457" y="7664688"/>
                </a:lnTo>
                <a:lnTo>
                  <a:pt x="6194105" y="7662548"/>
                </a:lnTo>
                <a:lnTo>
                  <a:pt x="6240556" y="7656253"/>
                </a:lnTo>
                <a:lnTo>
                  <a:pt x="6285623" y="7645988"/>
                </a:lnTo>
                <a:lnTo>
                  <a:pt x="6329122" y="7631936"/>
                </a:lnTo>
                <a:lnTo>
                  <a:pt x="6370867" y="7614284"/>
                </a:lnTo>
                <a:lnTo>
                  <a:pt x="6410676" y="7593215"/>
                </a:lnTo>
                <a:lnTo>
                  <a:pt x="6448361" y="7568915"/>
                </a:lnTo>
                <a:lnTo>
                  <a:pt x="6483739" y="7541568"/>
                </a:lnTo>
                <a:lnTo>
                  <a:pt x="6516625" y="7511359"/>
                </a:lnTo>
                <a:lnTo>
                  <a:pt x="6546834" y="7478473"/>
                </a:lnTo>
                <a:lnTo>
                  <a:pt x="6574181" y="7443095"/>
                </a:lnTo>
                <a:lnTo>
                  <a:pt x="6598481" y="7405410"/>
                </a:lnTo>
                <a:lnTo>
                  <a:pt x="6619550" y="7365602"/>
                </a:lnTo>
                <a:lnTo>
                  <a:pt x="6637202" y="7323856"/>
                </a:lnTo>
                <a:lnTo>
                  <a:pt x="6651254" y="7280357"/>
                </a:lnTo>
                <a:lnTo>
                  <a:pt x="6661519" y="7235290"/>
                </a:lnTo>
                <a:lnTo>
                  <a:pt x="6667814" y="7188840"/>
                </a:lnTo>
                <a:lnTo>
                  <a:pt x="6669953" y="7141191"/>
                </a:lnTo>
                <a:lnTo>
                  <a:pt x="6669953" y="523496"/>
                </a:lnTo>
                <a:lnTo>
                  <a:pt x="6667814" y="475848"/>
                </a:lnTo>
                <a:lnTo>
                  <a:pt x="6661519" y="429397"/>
                </a:lnTo>
                <a:lnTo>
                  <a:pt x="6651254" y="384330"/>
                </a:lnTo>
                <a:lnTo>
                  <a:pt x="6637202" y="340831"/>
                </a:lnTo>
                <a:lnTo>
                  <a:pt x="6619550" y="299086"/>
                </a:lnTo>
                <a:lnTo>
                  <a:pt x="6598481" y="259277"/>
                </a:lnTo>
                <a:lnTo>
                  <a:pt x="6574181" y="221592"/>
                </a:lnTo>
                <a:lnTo>
                  <a:pt x="6546834" y="186214"/>
                </a:lnTo>
                <a:lnTo>
                  <a:pt x="6516625" y="153328"/>
                </a:lnTo>
                <a:lnTo>
                  <a:pt x="6483739" y="123119"/>
                </a:lnTo>
                <a:lnTo>
                  <a:pt x="6448361" y="95772"/>
                </a:lnTo>
                <a:lnTo>
                  <a:pt x="6410676" y="71472"/>
                </a:lnTo>
                <a:lnTo>
                  <a:pt x="6370867" y="50403"/>
                </a:lnTo>
                <a:lnTo>
                  <a:pt x="6329122" y="32751"/>
                </a:lnTo>
                <a:lnTo>
                  <a:pt x="6285623" y="18699"/>
                </a:lnTo>
                <a:lnTo>
                  <a:pt x="6240556" y="8434"/>
                </a:lnTo>
                <a:lnTo>
                  <a:pt x="6194105" y="2139"/>
                </a:lnTo>
                <a:lnTo>
                  <a:pt x="6146457" y="0"/>
                </a:lnTo>
                <a:close/>
              </a:path>
            </a:pathLst>
          </a:custGeom>
          <a:solidFill>
            <a:srgbClr val="1823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72182" y="3047027"/>
            <a:ext cx="6670040" cy="7665084"/>
          </a:xfrm>
          <a:custGeom>
            <a:avLst/>
            <a:gdLst/>
            <a:ahLst/>
            <a:cxnLst/>
            <a:rect l="l" t="t" r="r" b="b"/>
            <a:pathLst>
              <a:path w="6670040" h="7665084">
                <a:moveTo>
                  <a:pt x="6146457" y="0"/>
                </a:moveTo>
                <a:lnTo>
                  <a:pt x="523497" y="0"/>
                </a:lnTo>
                <a:lnTo>
                  <a:pt x="475848" y="2139"/>
                </a:lnTo>
                <a:lnTo>
                  <a:pt x="429397" y="8434"/>
                </a:lnTo>
                <a:lnTo>
                  <a:pt x="384330" y="18699"/>
                </a:lnTo>
                <a:lnTo>
                  <a:pt x="340832" y="32751"/>
                </a:lnTo>
                <a:lnTo>
                  <a:pt x="299086" y="50403"/>
                </a:lnTo>
                <a:lnTo>
                  <a:pt x="259278" y="71472"/>
                </a:lnTo>
                <a:lnTo>
                  <a:pt x="221592" y="95772"/>
                </a:lnTo>
                <a:lnTo>
                  <a:pt x="186214" y="123119"/>
                </a:lnTo>
                <a:lnTo>
                  <a:pt x="153328" y="153328"/>
                </a:lnTo>
                <a:lnTo>
                  <a:pt x="123119" y="186214"/>
                </a:lnTo>
                <a:lnTo>
                  <a:pt x="95773" y="221592"/>
                </a:lnTo>
                <a:lnTo>
                  <a:pt x="71472" y="259277"/>
                </a:lnTo>
                <a:lnTo>
                  <a:pt x="50403" y="299086"/>
                </a:lnTo>
                <a:lnTo>
                  <a:pt x="32751" y="340831"/>
                </a:lnTo>
                <a:lnTo>
                  <a:pt x="18699" y="384330"/>
                </a:lnTo>
                <a:lnTo>
                  <a:pt x="8434" y="429397"/>
                </a:lnTo>
                <a:lnTo>
                  <a:pt x="2139" y="475848"/>
                </a:lnTo>
                <a:lnTo>
                  <a:pt x="0" y="523496"/>
                </a:lnTo>
                <a:lnTo>
                  <a:pt x="0" y="7141191"/>
                </a:lnTo>
                <a:lnTo>
                  <a:pt x="2139" y="7188840"/>
                </a:lnTo>
                <a:lnTo>
                  <a:pt x="8434" y="7235290"/>
                </a:lnTo>
                <a:lnTo>
                  <a:pt x="18699" y="7280357"/>
                </a:lnTo>
                <a:lnTo>
                  <a:pt x="32751" y="7323856"/>
                </a:lnTo>
                <a:lnTo>
                  <a:pt x="50403" y="7365602"/>
                </a:lnTo>
                <a:lnTo>
                  <a:pt x="71472" y="7405410"/>
                </a:lnTo>
                <a:lnTo>
                  <a:pt x="95772" y="7443095"/>
                </a:lnTo>
                <a:lnTo>
                  <a:pt x="123119" y="7478473"/>
                </a:lnTo>
                <a:lnTo>
                  <a:pt x="153328" y="7511359"/>
                </a:lnTo>
                <a:lnTo>
                  <a:pt x="186214" y="7541568"/>
                </a:lnTo>
                <a:lnTo>
                  <a:pt x="221592" y="7568915"/>
                </a:lnTo>
                <a:lnTo>
                  <a:pt x="259277" y="7593215"/>
                </a:lnTo>
                <a:lnTo>
                  <a:pt x="299086" y="7614284"/>
                </a:lnTo>
                <a:lnTo>
                  <a:pt x="340831" y="7631936"/>
                </a:lnTo>
                <a:lnTo>
                  <a:pt x="384330" y="7645988"/>
                </a:lnTo>
                <a:lnTo>
                  <a:pt x="429397" y="7656253"/>
                </a:lnTo>
                <a:lnTo>
                  <a:pt x="475848" y="7662548"/>
                </a:lnTo>
                <a:lnTo>
                  <a:pt x="523496" y="7664688"/>
                </a:lnTo>
                <a:lnTo>
                  <a:pt x="6146457" y="7664688"/>
                </a:lnTo>
                <a:lnTo>
                  <a:pt x="6194105" y="7662548"/>
                </a:lnTo>
                <a:lnTo>
                  <a:pt x="6240556" y="7656253"/>
                </a:lnTo>
                <a:lnTo>
                  <a:pt x="6285623" y="7645988"/>
                </a:lnTo>
                <a:lnTo>
                  <a:pt x="6329122" y="7631936"/>
                </a:lnTo>
                <a:lnTo>
                  <a:pt x="6370867" y="7614284"/>
                </a:lnTo>
                <a:lnTo>
                  <a:pt x="6410676" y="7593215"/>
                </a:lnTo>
                <a:lnTo>
                  <a:pt x="6448361" y="7568915"/>
                </a:lnTo>
                <a:lnTo>
                  <a:pt x="6483739" y="7541568"/>
                </a:lnTo>
                <a:lnTo>
                  <a:pt x="6516625" y="7511359"/>
                </a:lnTo>
                <a:lnTo>
                  <a:pt x="6546834" y="7478473"/>
                </a:lnTo>
                <a:lnTo>
                  <a:pt x="6574181" y="7443095"/>
                </a:lnTo>
                <a:lnTo>
                  <a:pt x="6598481" y="7405410"/>
                </a:lnTo>
                <a:lnTo>
                  <a:pt x="6619550" y="7365602"/>
                </a:lnTo>
                <a:lnTo>
                  <a:pt x="6637202" y="7323856"/>
                </a:lnTo>
                <a:lnTo>
                  <a:pt x="6651254" y="7280357"/>
                </a:lnTo>
                <a:lnTo>
                  <a:pt x="6661519" y="7235290"/>
                </a:lnTo>
                <a:lnTo>
                  <a:pt x="6667814" y="7188840"/>
                </a:lnTo>
                <a:lnTo>
                  <a:pt x="6669953" y="7141191"/>
                </a:lnTo>
                <a:lnTo>
                  <a:pt x="6669953" y="523496"/>
                </a:lnTo>
                <a:lnTo>
                  <a:pt x="6667814" y="475848"/>
                </a:lnTo>
                <a:lnTo>
                  <a:pt x="6661519" y="429397"/>
                </a:lnTo>
                <a:lnTo>
                  <a:pt x="6651254" y="384330"/>
                </a:lnTo>
                <a:lnTo>
                  <a:pt x="6637202" y="340831"/>
                </a:lnTo>
                <a:lnTo>
                  <a:pt x="6619550" y="299086"/>
                </a:lnTo>
                <a:lnTo>
                  <a:pt x="6598481" y="259277"/>
                </a:lnTo>
                <a:lnTo>
                  <a:pt x="6574181" y="221592"/>
                </a:lnTo>
                <a:lnTo>
                  <a:pt x="6546834" y="186214"/>
                </a:lnTo>
                <a:lnTo>
                  <a:pt x="6516625" y="153328"/>
                </a:lnTo>
                <a:lnTo>
                  <a:pt x="6483739" y="123119"/>
                </a:lnTo>
                <a:lnTo>
                  <a:pt x="6448361" y="95772"/>
                </a:lnTo>
                <a:lnTo>
                  <a:pt x="6410676" y="71472"/>
                </a:lnTo>
                <a:lnTo>
                  <a:pt x="6370867" y="50403"/>
                </a:lnTo>
                <a:lnTo>
                  <a:pt x="6329122" y="32751"/>
                </a:lnTo>
                <a:lnTo>
                  <a:pt x="6285623" y="18699"/>
                </a:lnTo>
                <a:lnTo>
                  <a:pt x="6240556" y="8434"/>
                </a:lnTo>
                <a:lnTo>
                  <a:pt x="6194105" y="2139"/>
                </a:lnTo>
                <a:lnTo>
                  <a:pt x="6146457" y="0"/>
                </a:lnTo>
                <a:close/>
              </a:path>
            </a:pathLst>
          </a:custGeom>
          <a:solidFill>
            <a:srgbClr val="1823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48042" y="1968455"/>
            <a:ext cx="18774410" cy="83820"/>
          </a:xfrm>
          <a:custGeom>
            <a:avLst/>
            <a:gdLst/>
            <a:ahLst/>
            <a:cxnLst/>
            <a:rect l="l" t="t" r="r" b="b"/>
            <a:pathLst>
              <a:path w="18774410" h="83819">
                <a:moveTo>
                  <a:pt x="18774385" y="41910"/>
                </a:moveTo>
                <a:lnTo>
                  <a:pt x="18774334" y="21590"/>
                </a:lnTo>
                <a:lnTo>
                  <a:pt x="18774283" y="0"/>
                </a:lnTo>
                <a:lnTo>
                  <a:pt x="0" y="41884"/>
                </a:lnTo>
                <a:lnTo>
                  <a:pt x="50" y="63474"/>
                </a:lnTo>
                <a:lnTo>
                  <a:pt x="88" y="83794"/>
                </a:lnTo>
                <a:lnTo>
                  <a:pt x="18774385" y="41910"/>
                </a:lnTo>
                <a:close/>
              </a:path>
            </a:pathLst>
          </a:custGeom>
          <a:solidFill>
            <a:srgbClr val="FFFFFF">
              <a:alpha val="2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38197" y="949290"/>
            <a:ext cx="3192145" cy="558800"/>
          </a:xfrm>
          <a:custGeom>
            <a:avLst/>
            <a:gdLst/>
            <a:ahLst/>
            <a:cxnLst/>
            <a:rect l="l" t="t" r="r" b="b"/>
            <a:pathLst>
              <a:path w="3192145" h="558800">
                <a:moveTo>
                  <a:pt x="520403" y="1465"/>
                </a:moveTo>
                <a:lnTo>
                  <a:pt x="382606" y="1465"/>
                </a:lnTo>
                <a:lnTo>
                  <a:pt x="382606" y="558517"/>
                </a:lnTo>
                <a:lnTo>
                  <a:pt x="520403" y="558517"/>
                </a:lnTo>
                <a:lnTo>
                  <a:pt x="520403" y="1465"/>
                </a:lnTo>
                <a:close/>
              </a:path>
              <a:path w="3192145" h="558800">
                <a:moveTo>
                  <a:pt x="320304" y="7329"/>
                </a:moveTo>
                <a:lnTo>
                  <a:pt x="7329" y="7329"/>
                </a:lnTo>
                <a:lnTo>
                  <a:pt x="7329" y="117273"/>
                </a:lnTo>
                <a:lnTo>
                  <a:pt x="182507" y="117273"/>
                </a:lnTo>
                <a:lnTo>
                  <a:pt x="180675" y="171329"/>
                </a:lnTo>
                <a:lnTo>
                  <a:pt x="175177" y="219888"/>
                </a:lnTo>
                <a:lnTo>
                  <a:pt x="166015" y="262950"/>
                </a:lnTo>
                <a:lnTo>
                  <a:pt x="153189" y="300514"/>
                </a:lnTo>
                <a:lnTo>
                  <a:pt x="120755" y="359334"/>
                </a:lnTo>
                <a:lnTo>
                  <a:pt x="82091" y="397998"/>
                </a:lnTo>
                <a:lnTo>
                  <a:pt x="40679" y="419437"/>
                </a:lnTo>
                <a:lnTo>
                  <a:pt x="0" y="426583"/>
                </a:lnTo>
                <a:lnTo>
                  <a:pt x="14659" y="536528"/>
                </a:lnTo>
                <a:lnTo>
                  <a:pt x="58407" y="533321"/>
                </a:lnTo>
                <a:lnTo>
                  <a:pt x="99499" y="523701"/>
                </a:lnTo>
                <a:lnTo>
                  <a:pt x="137934" y="507667"/>
                </a:lnTo>
                <a:lnTo>
                  <a:pt x="173711" y="485220"/>
                </a:lnTo>
                <a:lnTo>
                  <a:pt x="206557" y="456864"/>
                </a:lnTo>
                <a:lnTo>
                  <a:pt x="235464" y="423102"/>
                </a:lnTo>
                <a:lnTo>
                  <a:pt x="260430" y="383934"/>
                </a:lnTo>
                <a:lnTo>
                  <a:pt x="281457" y="339361"/>
                </a:lnTo>
                <a:lnTo>
                  <a:pt x="298452" y="289749"/>
                </a:lnTo>
                <a:lnTo>
                  <a:pt x="310592" y="236196"/>
                </a:lnTo>
                <a:lnTo>
                  <a:pt x="317876" y="178705"/>
                </a:lnTo>
                <a:lnTo>
                  <a:pt x="320304" y="117273"/>
                </a:lnTo>
                <a:lnTo>
                  <a:pt x="320304" y="7329"/>
                </a:lnTo>
                <a:close/>
              </a:path>
              <a:path w="3192145" h="558800">
                <a:moveTo>
                  <a:pt x="941352" y="0"/>
                </a:moveTo>
                <a:lnTo>
                  <a:pt x="803555" y="0"/>
                </a:lnTo>
                <a:lnTo>
                  <a:pt x="798699" y="20568"/>
                </a:lnTo>
                <a:lnTo>
                  <a:pt x="787796" y="39030"/>
                </a:lnTo>
                <a:lnTo>
                  <a:pt x="747850" y="69631"/>
                </a:lnTo>
                <a:lnTo>
                  <a:pt x="689213" y="88871"/>
                </a:lnTo>
                <a:lnTo>
                  <a:pt x="615917" y="95285"/>
                </a:lnTo>
                <a:lnTo>
                  <a:pt x="637905" y="175910"/>
                </a:lnTo>
                <a:lnTo>
                  <a:pt x="707903" y="172062"/>
                </a:lnTo>
                <a:lnTo>
                  <a:pt x="771305" y="160518"/>
                </a:lnTo>
                <a:lnTo>
                  <a:pt x="827010" y="141278"/>
                </a:lnTo>
                <a:lnTo>
                  <a:pt x="872453" y="115807"/>
                </a:lnTo>
                <a:lnTo>
                  <a:pt x="1123393" y="115807"/>
                </a:lnTo>
                <a:lnTo>
                  <a:pt x="1128990" y="95285"/>
                </a:lnTo>
                <a:lnTo>
                  <a:pt x="1090464" y="93681"/>
                </a:lnTo>
                <a:lnTo>
                  <a:pt x="1055511" y="88871"/>
                </a:lnTo>
                <a:lnTo>
                  <a:pt x="996324" y="69631"/>
                </a:lnTo>
                <a:lnTo>
                  <a:pt x="956927" y="39030"/>
                </a:lnTo>
                <a:lnTo>
                  <a:pt x="946162" y="20568"/>
                </a:lnTo>
                <a:lnTo>
                  <a:pt x="941352" y="0"/>
                </a:lnTo>
                <a:close/>
              </a:path>
              <a:path w="3192145" h="558800">
                <a:moveTo>
                  <a:pt x="1123393" y="115807"/>
                </a:moveTo>
                <a:lnTo>
                  <a:pt x="872453" y="115807"/>
                </a:lnTo>
                <a:lnTo>
                  <a:pt x="893847" y="129321"/>
                </a:lnTo>
                <a:lnTo>
                  <a:pt x="944055" y="151677"/>
                </a:lnTo>
                <a:lnTo>
                  <a:pt x="1004066" y="167252"/>
                </a:lnTo>
                <a:lnTo>
                  <a:pt x="1071132" y="174948"/>
                </a:lnTo>
                <a:lnTo>
                  <a:pt x="1107001" y="175910"/>
                </a:lnTo>
                <a:lnTo>
                  <a:pt x="1123393" y="115807"/>
                </a:lnTo>
                <a:close/>
              </a:path>
              <a:path w="3192145" h="558800">
                <a:moveTo>
                  <a:pt x="1123126" y="299781"/>
                </a:moveTo>
                <a:lnTo>
                  <a:pt x="623246" y="299781"/>
                </a:lnTo>
                <a:lnTo>
                  <a:pt x="623246" y="371611"/>
                </a:lnTo>
                <a:lnTo>
                  <a:pt x="985329" y="371611"/>
                </a:lnTo>
                <a:lnTo>
                  <a:pt x="985329" y="392867"/>
                </a:lnTo>
                <a:lnTo>
                  <a:pt x="623246" y="392867"/>
                </a:lnTo>
                <a:lnTo>
                  <a:pt x="623246" y="558517"/>
                </a:lnTo>
                <a:lnTo>
                  <a:pt x="1130456" y="558517"/>
                </a:lnTo>
                <a:lnTo>
                  <a:pt x="1130456" y="485953"/>
                </a:lnTo>
                <a:lnTo>
                  <a:pt x="761043" y="485953"/>
                </a:lnTo>
                <a:lnTo>
                  <a:pt x="761043" y="465430"/>
                </a:lnTo>
                <a:lnTo>
                  <a:pt x="1123126" y="465430"/>
                </a:lnTo>
                <a:lnTo>
                  <a:pt x="1123126" y="299781"/>
                </a:lnTo>
                <a:close/>
              </a:path>
              <a:path w="3192145" h="558800">
                <a:moveTo>
                  <a:pt x="941352" y="278525"/>
                </a:moveTo>
                <a:lnTo>
                  <a:pt x="803555" y="278525"/>
                </a:lnTo>
                <a:lnTo>
                  <a:pt x="803555" y="299781"/>
                </a:lnTo>
                <a:lnTo>
                  <a:pt x="941352" y="299781"/>
                </a:lnTo>
                <a:lnTo>
                  <a:pt x="941352" y="278525"/>
                </a:lnTo>
                <a:close/>
              </a:path>
              <a:path w="3192145" h="558800">
                <a:moveTo>
                  <a:pt x="1137786" y="198632"/>
                </a:moveTo>
                <a:lnTo>
                  <a:pt x="608587" y="198632"/>
                </a:lnTo>
                <a:lnTo>
                  <a:pt x="608587" y="278525"/>
                </a:lnTo>
                <a:lnTo>
                  <a:pt x="1137786" y="278525"/>
                </a:lnTo>
                <a:lnTo>
                  <a:pt x="1137786" y="198632"/>
                </a:lnTo>
                <a:close/>
              </a:path>
              <a:path w="3192145" h="558800">
                <a:moveTo>
                  <a:pt x="1958411" y="7329"/>
                </a:moveTo>
                <a:lnTo>
                  <a:pt x="1459997" y="7329"/>
                </a:lnTo>
                <a:lnTo>
                  <a:pt x="1459997" y="118006"/>
                </a:lnTo>
                <a:lnTo>
                  <a:pt x="1958411" y="118006"/>
                </a:lnTo>
                <a:lnTo>
                  <a:pt x="1958411" y="7329"/>
                </a:lnTo>
                <a:close/>
              </a:path>
              <a:path w="3192145" h="558800">
                <a:moveTo>
                  <a:pt x="1958411" y="224286"/>
                </a:moveTo>
                <a:lnTo>
                  <a:pt x="1459997" y="224286"/>
                </a:lnTo>
                <a:lnTo>
                  <a:pt x="1459997" y="334230"/>
                </a:lnTo>
                <a:lnTo>
                  <a:pt x="1958411" y="334230"/>
                </a:lnTo>
                <a:lnTo>
                  <a:pt x="1958411" y="224286"/>
                </a:lnTo>
                <a:close/>
              </a:path>
              <a:path w="3192145" h="558800">
                <a:moveTo>
                  <a:pt x="1661561" y="145126"/>
                </a:moveTo>
                <a:lnTo>
                  <a:pt x="1523764" y="145126"/>
                </a:lnTo>
                <a:lnTo>
                  <a:pt x="1529628" y="224286"/>
                </a:lnTo>
                <a:lnTo>
                  <a:pt x="1667425" y="224286"/>
                </a:lnTo>
                <a:lnTo>
                  <a:pt x="1661561" y="145126"/>
                </a:lnTo>
                <a:close/>
              </a:path>
              <a:path w="3192145" h="558800">
                <a:moveTo>
                  <a:pt x="1894643" y="145126"/>
                </a:moveTo>
                <a:lnTo>
                  <a:pt x="1756846" y="145126"/>
                </a:lnTo>
                <a:lnTo>
                  <a:pt x="1750983" y="224286"/>
                </a:lnTo>
                <a:lnTo>
                  <a:pt x="1888780" y="224286"/>
                </a:lnTo>
                <a:lnTo>
                  <a:pt x="1894643" y="145126"/>
                </a:lnTo>
                <a:close/>
              </a:path>
              <a:path w="3192145" h="558800">
                <a:moveTo>
                  <a:pt x="1973070" y="426583"/>
                </a:moveTo>
                <a:lnTo>
                  <a:pt x="1445337" y="426583"/>
                </a:lnTo>
                <a:lnTo>
                  <a:pt x="1445337" y="536528"/>
                </a:lnTo>
                <a:lnTo>
                  <a:pt x="1973070" y="536528"/>
                </a:lnTo>
                <a:lnTo>
                  <a:pt x="1973070" y="426583"/>
                </a:lnTo>
                <a:close/>
              </a:path>
              <a:path w="3192145" h="558800">
                <a:moveTo>
                  <a:pt x="1778102" y="365748"/>
                </a:moveTo>
                <a:lnTo>
                  <a:pt x="1640305" y="365748"/>
                </a:lnTo>
                <a:lnTo>
                  <a:pt x="1640305" y="426583"/>
                </a:lnTo>
                <a:lnTo>
                  <a:pt x="1778102" y="426583"/>
                </a:lnTo>
                <a:lnTo>
                  <a:pt x="1778102" y="365748"/>
                </a:lnTo>
                <a:close/>
              </a:path>
              <a:path w="3192145" h="558800">
                <a:moveTo>
                  <a:pt x="2213367" y="378208"/>
                </a:moveTo>
                <a:lnTo>
                  <a:pt x="2075570" y="378208"/>
                </a:lnTo>
                <a:lnTo>
                  <a:pt x="2075570" y="558517"/>
                </a:lnTo>
                <a:lnTo>
                  <a:pt x="2576183" y="558517"/>
                </a:lnTo>
                <a:lnTo>
                  <a:pt x="2576183" y="447839"/>
                </a:lnTo>
                <a:lnTo>
                  <a:pt x="2213367" y="447839"/>
                </a:lnTo>
                <a:lnTo>
                  <a:pt x="2213367" y="378208"/>
                </a:lnTo>
                <a:close/>
              </a:path>
              <a:path w="3192145" h="558800">
                <a:moveTo>
                  <a:pt x="2575450" y="1465"/>
                </a:moveTo>
                <a:lnTo>
                  <a:pt x="2437653" y="1465"/>
                </a:lnTo>
                <a:lnTo>
                  <a:pt x="2437653" y="392867"/>
                </a:lnTo>
                <a:lnTo>
                  <a:pt x="2575450" y="392867"/>
                </a:lnTo>
                <a:lnTo>
                  <a:pt x="2575450" y="1465"/>
                </a:lnTo>
                <a:close/>
              </a:path>
              <a:path w="3192145" h="558800">
                <a:moveTo>
                  <a:pt x="2225095" y="8795"/>
                </a:moveTo>
                <a:lnTo>
                  <a:pt x="2186889" y="11498"/>
                </a:lnTo>
                <a:lnTo>
                  <a:pt x="2125320" y="33120"/>
                </a:lnTo>
                <a:lnTo>
                  <a:pt x="2083999" y="75907"/>
                </a:lnTo>
                <a:lnTo>
                  <a:pt x="2063476" y="139308"/>
                </a:lnTo>
                <a:lnTo>
                  <a:pt x="2060911" y="178842"/>
                </a:lnTo>
                <a:lnTo>
                  <a:pt x="2063476" y="218422"/>
                </a:lnTo>
                <a:lnTo>
                  <a:pt x="2083999" y="282190"/>
                </a:lnTo>
                <a:lnTo>
                  <a:pt x="2125320" y="324977"/>
                </a:lnTo>
                <a:lnTo>
                  <a:pt x="2186889" y="346232"/>
                </a:lnTo>
                <a:lnTo>
                  <a:pt x="2225095" y="348889"/>
                </a:lnTo>
                <a:lnTo>
                  <a:pt x="2263254" y="346232"/>
                </a:lnTo>
                <a:lnTo>
                  <a:pt x="2324457" y="324977"/>
                </a:lnTo>
                <a:lnTo>
                  <a:pt x="2365777" y="282190"/>
                </a:lnTo>
                <a:lnTo>
                  <a:pt x="2382000" y="238945"/>
                </a:lnTo>
                <a:lnTo>
                  <a:pt x="2225095" y="238945"/>
                </a:lnTo>
                <a:lnTo>
                  <a:pt x="2213230" y="237204"/>
                </a:lnTo>
                <a:lnTo>
                  <a:pt x="2204755" y="231982"/>
                </a:lnTo>
                <a:lnTo>
                  <a:pt x="2199670" y="223278"/>
                </a:lnTo>
                <a:lnTo>
                  <a:pt x="2197975" y="211093"/>
                </a:lnTo>
                <a:lnTo>
                  <a:pt x="2197975" y="146592"/>
                </a:lnTo>
                <a:lnTo>
                  <a:pt x="2199670" y="134406"/>
                </a:lnTo>
                <a:lnTo>
                  <a:pt x="2204755" y="125702"/>
                </a:lnTo>
                <a:lnTo>
                  <a:pt x="2213230" y="120480"/>
                </a:lnTo>
                <a:lnTo>
                  <a:pt x="2225095" y="118739"/>
                </a:lnTo>
                <a:lnTo>
                  <a:pt x="2381971" y="118739"/>
                </a:lnTo>
                <a:lnTo>
                  <a:pt x="2378833" y="104996"/>
                </a:lnTo>
                <a:lnTo>
                  <a:pt x="2347499" y="52040"/>
                </a:lnTo>
                <a:lnTo>
                  <a:pt x="2296375" y="19606"/>
                </a:lnTo>
                <a:lnTo>
                  <a:pt x="2263254" y="11498"/>
                </a:lnTo>
                <a:lnTo>
                  <a:pt x="2225095" y="8795"/>
                </a:lnTo>
                <a:close/>
              </a:path>
              <a:path w="3192145" h="558800">
                <a:moveTo>
                  <a:pt x="2381971" y="118739"/>
                </a:moveTo>
                <a:lnTo>
                  <a:pt x="2225095" y="118739"/>
                </a:lnTo>
                <a:lnTo>
                  <a:pt x="2236959" y="120480"/>
                </a:lnTo>
                <a:lnTo>
                  <a:pt x="2245434" y="125702"/>
                </a:lnTo>
                <a:lnTo>
                  <a:pt x="2250519" y="134406"/>
                </a:lnTo>
                <a:lnTo>
                  <a:pt x="2252214" y="146592"/>
                </a:lnTo>
                <a:lnTo>
                  <a:pt x="2252214" y="211093"/>
                </a:lnTo>
                <a:lnTo>
                  <a:pt x="2250519" y="223278"/>
                </a:lnTo>
                <a:lnTo>
                  <a:pt x="2245434" y="231982"/>
                </a:lnTo>
                <a:lnTo>
                  <a:pt x="2236959" y="237204"/>
                </a:lnTo>
                <a:lnTo>
                  <a:pt x="2225095" y="238945"/>
                </a:lnTo>
                <a:lnTo>
                  <a:pt x="2382000" y="238945"/>
                </a:lnTo>
                <a:lnTo>
                  <a:pt x="2386667" y="218422"/>
                </a:lnTo>
                <a:lnTo>
                  <a:pt x="2389278" y="178842"/>
                </a:lnTo>
                <a:lnTo>
                  <a:pt x="2386667" y="139308"/>
                </a:lnTo>
                <a:lnTo>
                  <a:pt x="2381971" y="118739"/>
                </a:lnTo>
                <a:close/>
              </a:path>
              <a:path w="3192145" h="558800">
                <a:moveTo>
                  <a:pt x="3177390" y="8795"/>
                </a:moveTo>
                <a:lnTo>
                  <a:pt x="2678976" y="8795"/>
                </a:lnTo>
                <a:lnTo>
                  <a:pt x="2678976" y="373810"/>
                </a:lnTo>
                <a:lnTo>
                  <a:pt x="3177390" y="373810"/>
                </a:lnTo>
                <a:lnTo>
                  <a:pt x="3177390" y="269729"/>
                </a:lnTo>
                <a:lnTo>
                  <a:pt x="2816772" y="269729"/>
                </a:lnTo>
                <a:lnTo>
                  <a:pt x="2816772" y="243343"/>
                </a:lnTo>
                <a:lnTo>
                  <a:pt x="3170060" y="243343"/>
                </a:lnTo>
                <a:lnTo>
                  <a:pt x="3170060" y="139262"/>
                </a:lnTo>
                <a:lnTo>
                  <a:pt x="2816772" y="139262"/>
                </a:lnTo>
                <a:lnTo>
                  <a:pt x="2816772" y="112876"/>
                </a:lnTo>
                <a:lnTo>
                  <a:pt x="3177390" y="112876"/>
                </a:lnTo>
                <a:lnTo>
                  <a:pt x="3177390" y="8795"/>
                </a:lnTo>
                <a:close/>
              </a:path>
              <a:path w="3192145" h="558800">
                <a:moveTo>
                  <a:pt x="3192049" y="432447"/>
                </a:moveTo>
                <a:lnTo>
                  <a:pt x="2664316" y="432447"/>
                </a:lnTo>
                <a:lnTo>
                  <a:pt x="2664316" y="536528"/>
                </a:lnTo>
                <a:lnTo>
                  <a:pt x="3192049" y="536528"/>
                </a:lnTo>
                <a:lnTo>
                  <a:pt x="3192049" y="43244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538763" y="3047599"/>
            <a:ext cx="5822315" cy="62865"/>
          </a:xfrm>
          <a:custGeom>
            <a:avLst/>
            <a:gdLst/>
            <a:ahLst/>
            <a:cxnLst/>
            <a:rect l="l" t="t" r="r" b="b"/>
            <a:pathLst>
              <a:path w="5822315" h="62864">
                <a:moveTo>
                  <a:pt x="5821959" y="41910"/>
                </a:moveTo>
                <a:lnTo>
                  <a:pt x="5821883" y="20320"/>
                </a:lnTo>
                <a:lnTo>
                  <a:pt x="5821819" y="0"/>
                </a:lnTo>
                <a:lnTo>
                  <a:pt x="0" y="20942"/>
                </a:lnTo>
                <a:lnTo>
                  <a:pt x="76" y="41262"/>
                </a:lnTo>
                <a:lnTo>
                  <a:pt x="152" y="62852"/>
                </a:lnTo>
                <a:lnTo>
                  <a:pt x="5821959" y="41910"/>
                </a:lnTo>
                <a:close/>
              </a:path>
            </a:pathLst>
          </a:custGeom>
          <a:solidFill>
            <a:srgbClr val="00FF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816007" y="5062777"/>
            <a:ext cx="3045460" cy="414655"/>
          </a:xfrm>
          <a:custGeom>
            <a:avLst/>
            <a:gdLst/>
            <a:ahLst/>
            <a:cxnLst/>
            <a:rect l="l" t="t" r="r" b="b"/>
            <a:pathLst>
              <a:path w="3045459" h="414654">
                <a:moveTo>
                  <a:pt x="41339" y="265923"/>
                </a:moveTo>
                <a:lnTo>
                  <a:pt x="0" y="266065"/>
                </a:lnTo>
                <a:lnTo>
                  <a:pt x="7036" y="323236"/>
                </a:lnTo>
                <a:lnTo>
                  <a:pt x="62365" y="322741"/>
                </a:lnTo>
                <a:lnTo>
                  <a:pt x="102605" y="321559"/>
                </a:lnTo>
                <a:lnTo>
                  <a:pt x="144164" y="319140"/>
                </a:lnTo>
                <a:lnTo>
                  <a:pt x="186767" y="315320"/>
                </a:lnTo>
                <a:lnTo>
                  <a:pt x="228766" y="309603"/>
                </a:lnTo>
                <a:lnTo>
                  <a:pt x="249353" y="306084"/>
                </a:lnTo>
                <a:lnTo>
                  <a:pt x="247655" y="281457"/>
                </a:lnTo>
                <a:lnTo>
                  <a:pt x="41339" y="281457"/>
                </a:lnTo>
                <a:lnTo>
                  <a:pt x="41339" y="265923"/>
                </a:lnTo>
                <a:close/>
              </a:path>
              <a:path w="3045459" h="414654">
                <a:moveTo>
                  <a:pt x="109944" y="264715"/>
                </a:moveTo>
                <a:lnTo>
                  <a:pt x="76961" y="265625"/>
                </a:lnTo>
                <a:lnTo>
                  <a:pt x="41339" y="265923"/>
                </a:lnTo>
                <a:lnTo>
                  <a:pt x="41339" y="281457"/>
                </a:lnTo>
                <a:lnTo>
                  <a:pt x="109944" y="281457"/>
                </a:lnTo>
                <a:lnTo>
                  <a:pt x="109944" y="264715"/>
                </a:lnTo>
                <a:close/>
              </a:path>
              <a:path w="3045459" h="414654">
                <a:moveTo>
                  <a:pt x="138529" y="263646"/>
                </a:moveTo>
                <a:lnTo>
                  <a:pt x="109944" y="264715"/>
                </a:lnTo>
                <a:lnTo>
                  <a:pt x="109944" y="281457"/>
                </a:lnTo>
                <a:lnTo>
                  <a:pt x="138529" y="281457"/>
                </a:lnTo>
                <a:lnTo>
                  <a:pt x="138529" y="263646"/>
                </a:lnTo>
                <a:close/>
              </a:path>
              <a:path w="3045459" h="414654">
                <a:moveTo>
                  <a:pt x="207135" y="259359"/>
                </a:moveTo>
                <a:lnTo>
                  <a:pt x="204936" y="259578"/>
                </a:lnTo>
                <a:lnTo>
                  <a:pt x="183826" y="261255"/>
                </a:lnTo>
                <a:lnTo>
                  <a:pt x="162277" y="262547"/>
                </a:lnTo>
                <a:lnTo>
                  <a:pt x="138529" y="263646"/>
                </a:lnTo>
                <a:lnTo>
                  <a:pt x="138529" y="281457"/>
                </a:lnTo>
                <a:lnTo>
                  <a:pt x="207135" y="281457"/>
                </a:lnTo>
                <a:lnTo>
                  <a:pt x="207135" y="259359"/>
                </a:lnTo>
                <a:close/>
              </a:path>
              <a:path w="3045459" h="414654">
                <a:moveTo>
                  <a:pt x="245835" y="255070"/>
                </a:moveTo>
                <a:lnTo>
                  <a:pt x="225605" y="257517"/>
                </a:lnTo>
                <a:lnTo>
                  <a:pt x="207135" y="259359"/>
                </a:lnTo>
                <a:lnTo>
                  <a:pt x="207135" y="281457"/>
                </a:lnTo>
                <a:lnTo>
                  <a:pt x="247655" y="281457"/>
                </a:lnTo>
                <a:lnTo>
                  <a:pt x="245835" y="255070"/>
                </a:lnTo>
                <a:close/>
              </a:path>
              <a:path w="3045459" h="414654">
                <a:moveTo>
                  <a:pt x="109944" y="79599"/>
                </a:moveTo>
                <a:lnTo>
                  <a:pt x="41339" y="79599"/>
                </a:lnTo>
                <a:lnTo>
                  <a:pt x="41339" y="265923"/>
                </a:lnTo>
                <a:lnTo>
                  <a:pt x="76961" y="265625"/>
                </a:lnTo>
                <a:lnTo>
                  <a:pt x="109944" y="264715"/>
                </a:lnTo>
                <a:lnTo>
                  <a:pt x="109944" y="79599"/>
                </a:lnTo>
                <a:close/>
              </a:path>
              <a:path w="3045459" h="414654">
                <a:moveTo>
                  <a:pt x="207135" y="79599"/>
                </a:moveTo>
                <a:lnTo>
                  <a:pt x="138529" y="79599"/>
                </a:lnTo>
                <a:lnTo>
                  <a:pt x="138529" y="263646"/>
                </a:lnTo>
                <a:lnTo>
                  <a:pt x="162277" y="262547"/>
                </a:lnTo>
                <a:lnTo>
                  <a:pt x="183826" y="261255"/>
                </a:lnTo>
                <a:lnTo>
                  <a:pt x="204936" y="259578"/>
                </a:lnTo>
                <a:lnTo>
                  <a:pt x="207135" y="259359"/>
                </a:lnTo>
                <a:lnTo>
                  <a:pt x="207135" y="79599"/>
                </a:lnTo>
                <a:close/>
              </a:path>
              <a:path w="3045459" h="414654">
                <a:moveTo>
                  <a:pt x="237479" y="35182"/>
                </a:moveTo>
                <a:lnTo>
                  <a:pt x="10994" y="35182"/>
                </a:lnTo>
                <a:lnTo>
                  <a:pt x="10994" y="91033"/>
                </a:lnTo>
                <a:lnTo>
                  <a:pt x="41339" y="91033"/>
                </a:lnTo>
                <a:lnTo>
                  <a:pt x="41339" y="79599"/>
                </a:lnTo>
                <a:lnTo>
                  <a:pt x="237479" y="79599"/>
                </a:lnTo>
                <a:lnTo>
                  <a:pt x="237479" y="35182"/>
                </a:lnTo>
                <a:close/>
              </a:path>
              <a:path w="3045459" h="414654">
                <a:moveTo>
                  <a:pt x="138529" y="79599"/>
                </a:moveTo>
                <a:lnTo>
                  <a:pt x="109944" y="79599"/>
                </a:lnTo>
                <a:lnTo>
                  <a:pt x="109944" y="91033"/>
                </a:lnTo>
                <a:lnTo>
                  <a:pt x="138529" y="91033"/>
                </a:lnTo>
                <a:lnTo>
                  <a:pt x="138529" y="79599"/>
                </a:lnTo>
                <a:close/>
              </a:path>
              <a:path w="3045459" h="414654">
                <a:moveTo>
                  <a:pt x="237479" y="79599"/>
                </a:moveTo>
                <a:lnTo>
                  <a:pt x="207135" y="79599"/>
                </a:lnTo>
                <a:lnTo>
                  <a:pt x="207135" y="91033"/>
                </a:lnTo>
                <a:lnTo>
                  <a:pt x="237479" y="91033"/>
                </a:lnTo>
                <a:lnTo>
                  <a:pt x="237479" y="79599"/>
                </a:lnTo>
                <a:close/>
              </a:path>
              <a:path w="3045459" h="414654">
                <a:moveTo>
                  <a:pt x="332031" y="879"/>
                </a:moveTo>
                <a:lnTo>
                  <a:pt x="260787" y="879"/>
                </a:lnTo>
                <a:lnTo>
                  <a:pt x="260787" y="413390"/>
                </a:lnTo>
                <a:lnTo>
                  <a:pt x="332031" y="413390"/>
                </a:lnTo>
                <a:lnTo>
                  <a:pt x="332031" y="210213"/>
                </a:lnTo>
                <a:lnTo>
                  <a:pt x="316639" y="210213"/>
                </a:lnTo>
                <a:lnTo>
                  <a:pt x="316639" y="152162"/>
                </a:lnTo>
                <a:lnTo>
                  <a:pt x="332031" y="152162"/>
                </a:lnTo>
                <a:lnTo>
                  <a:pt x="332031" y="879"/>
                </a:lnTo>
                <a:close/>
              </a:path>
              <a:path w="3045459" h="414654">
                <a:moveTo>
                  <a:pt x="332031" y="152162"/>
                </a:moveTo>
                <a:lnTo>
                  <a:pt x="316639" y="152162"/>
                </a:lnTo>
                <a:lnTo>
                  <a:pt x="316639" y="210213"/>
                </a:lnTo>
                <a:lnTo>
                  <a:pt x="332031" y="210213"/>
                </a:lnTo>
                <a:lnTo>
                  <a:pt x="332031" y="152162"/>
                </a:lnTo>
                <a:close/>
              </a:path>
              <a:path w="3045459" h="414654">
                <a:moveTo>
                  <a:pt x="387443" y="152162"/>
                </a:moveTo>
                <a:lnTo>
                  <a:pt x="332031" y="152162"/>
                </a:lnTo>
                <a:lnTo>
                  <a:pt x="332031" y="210213"/>
                </a:lnTo>
                <a:lnTo>
                  <a:pt x="387443" y="210213"/>
                </a:lnTo>
                <a:lnTo>
                  <a:pt x="387443" y="152162"/>
                </a:lnTo>
                <a:close/>
              </a:path>
              <a:path w="3045459" h="414654">
                <a:moveTo>
                  <a:pt x="755063" y="0"/>
                </a:moveTo>
                <a:lnTo>
                  <a:pt x="683819" y="0"/>
                </a:lnTo>
                <a:lnTo>
                  <a:pt x="683819" y="414270"/>
                </a:lnTo>
                <a:lnTo>
                  <a:pt x="755063" y="414270"/>
                </a:lnTo>
                <a:lnTo>
                  <a:pt x="755063" y="0"/>
                </a:lnTo>
                <a:close/>
              </a:path>
              <a:path w="3045459" h="414654">
                <a:moveTo>
                  <a:pt x="530336" y="27266"/>
                </a:moveTo>
                <a:lnTo>
                  <a:pt x="486551" y="37655"/>
                </a:lnTo>
                <a:lnTo>
                  <a:pt x="451177" y="67615"/>
                </a:lnTo>
                <a:lnTo>
                  <a:pt x="427868" y="114671"/>
                </a:lnTo>
                <a:lnTo>
                  <a:pt x="420832" y="154251"/>
                </a:lnTo>
                <a:lnTo>
                  <a:pt x="419952" y="176350"/>
                </a:lnTo>
                <a:lnTo>
                  <a:pt x="420832" y="198669"/>
                </a:lnTo>
                <a:lnTo>
                  <a:pt x="427868" y="238689"/>
                </a:lnTo>
                <a:lnTo>
                  <a:pt x="451177" y="286075"/>
                </a:lnTo>
                <a:lnTo>
                  <a:pt x="486551" y="316172"/>
                </a:lnTo>
                <a:lnTo>
                  <a:pt x="530336" y="326314"/>
                </a:lnTo>
                <a:lnTo>
                  <a:pt x="545756" y="325187"/>
                </a:lnTo>
                <a:lnTo>
                  <a:pt x="587068" y="308283"/>
                </a:lnTo>
                <a:lnTo>
                  <a:pt x="618484" y="272167"/>
                </a:lnTo>
                <a:lnTo>
                  <a:pt x="623624" y="261667"/>
                </a:lnTo>
                <a:lnTo>
                  <a:pt x="521834" y="261667"/>
                </a:lnTo>
                <a:lnTo>
                  <a:pt x="514358" y="258589"/>
                </a:lnTo>
                <a:lnTo>
                  <a:pt x="493395" y="224286"/>
                </a:lnTo>
                <a:lnTo>
                  <a:pt x="488118" y="176350"/>
                </a:lnTo>
                <a:lnTo>
                  <a:pt x="488448" y="162497"/>
                </a:lnTo>
                <a:lnTo>
                  <a:pt x="496281" y="120031"/>
                </a:lnTo>
                <a:lnTo>
                  <a:pt x="521834" y="91913"/>
                </a:lnTo>
                <a:lnTo>
                  <a:pt x="623620" y="91913"/>
                </a:lnTo>
                <a:lnTo>
                  <a:pt x="618484" y="81441"/>
                </a:lnTo>
                <a:lnTo>
                  <a:pt x="587068" y="45736"/>
                </a:lnTo>
                <a:lnTo>
                  <a:pt x="545756" y="28420"/>
                </a:lnTo>
                <a:lnTo>
                  <a:pt x="530336" y="27266"/>
                </a:lnTo>
                <a:close/>
              </a:path>
              <a:path w="3045459" h="414654">
                <a:moveTo>
                  <a:pt x="623620" y="91913"/>
                </a:moveTo>
                <a:lnTo>
                  <a:pt x="538839" y="91913"/>
                </a:lnTo>
                <a:lnTo>
                  <a:pt x="546168" y="94991"/>
                </a:lnTo>
                <a:lnTo>
                  <a:pt x="552325" y="101148"/>
                </a:lnTo>
                <a:lnTo>
                  <a:pt x="569587" y="138749"/>
                </a:lnTo>
                <a:lnTo>
                  <a:pt x="572555" y="176350"/>
                </a:lnTo>
                <a:lnTo>
                  <a:pt x="572225" y="190231"/>
                </a:lnTo>
                <a:lnTo>
                  <a:pt x="564364" y="233136"/>
                </a:lnTo>
                <a:lnTo>
                  <a:pt x="538839" y="261667"/>
                </a:lnTo>
                <a:lnTo>
                  <a:pt x="623624" y="261667"/>
                </a:lnTo>
                <a:lnTo>
                  <a:pt x="637092" y="219448"/>
                </a:lnTo>
                <a:lnTo>
                  <a:pt x="640721" y="176350"/>
                </a:lnTo>
                <a:lnTo>
                  <a:pt x="639813" y="154251"/>
                </a:lnTo>
                <a:lnTo>
                  <a:pt x="637092" y="133692"/>
                </a:lnTo>
                <a:lnTo>
                  <a:pt x="632557" y="114671"/>
                </a:lnTo>
                <a:lnTo>
                  <a:pt x="626208" y="97190"/>
                </a:lnTo>
                <a:lnTo>
                  <a:pt x="623620" y="91913"/>
                </a:lnTo>
                <a:close/>
              </a:path>
              <a:path w="3045459" h="414654">
                <a:moveTo>
                  <a:pt x="948530" y="270902"/>
                </a:moveTo>
                <a:lnTo>
                  <a:pt x="877726" y="270902"/>
                </a:lnTo>
                <a:lnTo>
                  <a:pt x="877726" y="407233"/>
                </a:lnTo>
                <a:lnTo>
                  <a:pt x="1179853" y="407233"/>
                </a:lnTo>
                <a:lnTo>
                  <a:pt x="1179853" y="380407"/>
                </a:lnTo>
                <a:lnTo>
                  <a:pt x="948530" y="380407"/>
                </a:lnTo>
                <a:lnTo>
                  <a:pt x="948530" y="270902"/>
                </a:lnTo>
                <a:close/>
              </a:path>
              <a:path w="3045459" h="414654">
                <a:moveTo>
                  <a:pt x="1179853" y="350942"/>
                </a:moveTo>
                <a:lnTo>
                  <a:pt x="948530" y="350942"/>
                </a:lnTo>
                <a:lnTo>
                  <a:pt x="948530" y="380407"/>
                </a:lnTo>
                <a:lnTo>
                  <a:pt x="1179853" y="380407"/>
                </a:lnTo>
                <a:lnTo>
                  <a:pt x="1179853" y="350942"/>
                </a:lnTo>
                <a:close/>
              </a:path>
              <a:path w="3045459" h="414654">
                <a:moveTo>
                  <a:pt x="1171497" y="879"/>
                </a:moveTo>
                <a:lnTo>
                  <a:pt x="1100253" y="879"/>
                </a:lnTo>
                <a:lnTo>
                  <a:pt x="1100253" y="298608"/>
                </a:lnTo>
                <a:lnTo>
                  <a:pt x="1171497" y="298608"/>
                </a:lnTo>
                <a:lnTo>
                  <a:pt x="1171497" y="143367"/>
                </a:lnTo>
                <a:lnTo>
                  <a:pt x="1138954" y="143367"/>
                </a:lnTo>
                <a:lnTo>
                  <a:pt x="1138954" y="87515"/>
                </a:lnTo>
                <a:lnTo>
                  <a:pt x="1171497" y="87515"/>
                </a:lnTo>
                <a:lnTo>
                  <a:pt x="1171497" y="879"/>
                </a:lnTo>
                <a:close/>
              </a:path>
              <a:path w="3045459" h="414654">
                <a:moveTo>
                  <a:pt x="927861" y="27705"/>
                </a:moveTo>
                <a:lnTo>
                  <a:pt x="911149" y="27705"/>
                </a:lnTo>
                <a:lnTo>
                  <a:pt x="911149" y="54092"/>
                </a:lnTo>
                <a:lnTo>
                  <a:pt x="910957" y="68770"/>
                </a:lnTo>
                <a:lnTo>
                  <a:pt x="908071" y="112143"/>
                </a:lnTo>
                <a:lnTo>
                  <a:pt x="901392" y="152630"/>
                </a:lnTo>
                <a:lnTo>
                  <a:pt x="894953" y="174124"/>
                </a:lnTo>
                <a:lnTo>
                  <a:pt x="896169" y="178054"/>
                </a:lnTo>
                <a:lnTo>
                  <a:pt x="912908" y="212852"/>
                </a:lnTo>
                <a:lnTo>
                  <a:pt x="948530" y="248474"/>
                </a:lnTo>
                <a:lnTo>
                  <a:pt x="915987" y="197459"/>
                </a:lnTo>
                <a:lnTo>
                  <a:pt x="924342" y="190670"/>
                </a:lnTo>
                <a:lnTo>
                  <a:pt x="931819" y="183497"/>
                </a:lnTo>
                <a:lnTo>
                  <a:pt x="938415" y="175938"/>
                </a:lnTo>
                <a:lnTo>
                  <a:pt x="944132" y="167994"/>
                </a:lnTo>
                <a:lnTo>
                  <a:pt x="948737" y="160294"/>
                </a:lnTo>
                <a:lnTo>
                  <a:pt x="948393" y="159721"/>
                </a:lnTo>
                <a:lnTo>
                  <a:pt x="944022" y="151173"/>
                </a:lnTo>
                <a:lnTo>
                  <a:pt x="932588" y="114122"/>
                </a:lnTo>
                <a:lnTo>
                  <a:pt x="928318" y="74652"/>
                </a:lnTo>
                <a:lnTo>
                  <a:pt x="927971" y="64207"/>
                </a:lnTo>
                <a:lnTo>
                  <a:pt x="927861" y="27705"/>
                </a:lnTo>
                <a:close/>
              </a:path>
              <a:path w="3045459" h="414654">
                <a:moveTo>
                  <a:pt x="948737" y="160294"/>
                </a:moveTo>
                <a:lnTo>
                  <a:pt x="924342" y="190670"/>
                </a:lnTo>
                <a:lnTo>
                  <a:pt x="915987" y="197459"/>
                </a:lnTo>
                <a:lnTo>
                  <a:pt x="948530" y="248474"/>
                </a:lnTo>
                <a:lnTo>
                  <a:pt x="981513" y="197459"/>
                </a:lnTo>
                <a:lnTo>
                  <a:pt x="973158" y="190670"/>
                </a:lnTo>
                <a:lnTo>
                  <a:pt x="965681" y="183497"/>
                </a:lnTo>
                <a:lnTo>
                  <a:pt x="959085" y="175938"/>
                </a:lnTo>
                <a:lnTo>
                  <a:pt x="953368" y="167994"/>
                </a:lnTo>
                <a:lnTo>
                  <a:pt x="948737" y="160294"/>
                </a:lnTo>
                <a:close/>
              </a:path>
              <a:path w="3045459" h="414654">
                <a:moveTo>
                  <a:pt x="985911" y="27705"/>
                </a:moveTo>
                <a:lnTo>
                  <a:pt x="969200" y="27705"/>
                </a:lnTo>
                <a:lnTo>
                  <a:pt x="969090" y="64207"/>
                </a:lnTo>
                <a:lnTo>
                  <a:pt x="968742" y="74652"/>
                </a:lnTo>
                <a:lnTo>
                  <a:pt x="964692" y="114122"/>
                </a:lnTo>
                <a:lnTo>
                  <a:pt x="953368" y="151173"/>
                </a:lnTo>
                <a:lnTo>
                  <a:pt x="948737" y="160294"/>
                </a:lnTo>
                <a:lnTo>
                  <a:pt x="953368" y="167994"/>
                </a:lnTo>
                <a:lnTo>
                  <a:pt x="959085" y="175938"/>
                </a:lnTo>
                <a:lnTo>
                  <a:pt x="965681" y="183497"/>
                </a:lnTo>
                <a:lnTo>
                  <a:pt x="973158" y="190670"/>
                </a:lnTo>
                <a:lnTo>
                  <a:pt x="981513" y="197459"/>
                </a:lnTo>
                <a:lnTo>
                  <a:pt x="948530" y="248474"/>
                </a:lnTo>
                <a:lnTo>
                  <a:pt x="977226" y="222994"/>
                </a:lnTo>
                <a:lnTo>
                  <a:pt x="1001331" y="178054"/>
                </a:lnTo>
                <a:lnTo>
                  <a:pt x="1002281" y="174984"/>
                </a:lnTo>
                <a:lnTo>
                  <a:pt x="998885" y="165356"/>
                </a:lnTo>
                <a:lnTo>
                  <a:pt x="994432" y="148424"/>
                </a:lnTo>
                <a:lnTo>
                  <a:pt x="987231" y="93012"/>
                </a:lnTo>
                <a:lnTo>
                  <a:pt x="985911" y="54092"/>
                </a:lnTo>
                <a:lnTo>
                  <a:pt x="985911" y="27705"/>
                </a:lnTo>
                <a:close/>
              </a:path>
              <a:path w="3045459" h="414654">
                <a:moveTo>
                  <a:pt x="879925" y="27705"/>
                </a:moveTo>
                <a:lnTo>
                  <a:pt x="861454" y="27705"/>
                </a:lnTo>
                <a:lnTo>
                  <a:pt x="861454" y="54092"/>
                </a:lnTo>
                <a:lnTo>
                  <a:pt x="861317" y="64399"/>
                </a:lnTo>
                <a:lnTo>
                  <a:pt x="857909" y="104804"/>
                </a:lnTo>
                <a:lnTo>
                  <a:pt x="847491" y="142103"/>
                </a:lnTo>
                <a:lnTo>
                  <a:pt x="820555" y="181188"/>
                </a:lnTo>
                <a:lnTo>
                  <a:pt x="804283" y="193941"/>
                </a:lnTo>
                <a:lnTo>
                  <a:pt x="842104" y="243636"/>
                </a:lnTo>
                <a:lnTo>
                  <a:pt x="876846" y="210213"/>
                </a:lnTo>
                <a:lnTo>
                  <a:pt x="894953" y="174124"/>
                </a:lnTo>
                <a:lnTo>
                  <a:pt x="892239" y="165356"/>
                </a:lnTo>
                <a:lnTo>
                  <a:pt x="888995" y="152217"/>
                </a:lnTo>
                <a:lnTo>
                  <a:pt x="882564" y="110823"/>
                </a:lnTo>
                <a:lnTo>
                  <a:pt x="880110" y="68770"/>
                </a:lnTo>
                <a:lnTo>
                  <a:pt x="880043" y="64207"/>
                </a:lnTo>
                <a:lnTo>
                  <a:pt x="879925" y="27705"/>
                </a:lnTo>
                <a:close/>
              </a:path>
              <a:path w="3045459" h="414654">
                <a:moveTo>
                  <a:pt x="1035606" y="27705"/>
                </a:moveTo>
                <a:lnTo>
                  <a:pt x="1017575" y="27705"/>
                </a:lnTo>
                <a:lnTo>
                  <a:pt x="1017457" y="64207"/>
                </a:lnTo>
                <a:lnTo>
                  <a:pt x="1017390" y="68770"/>
                </a:lnTo>
                <a:lnTo>
                  <a:pt x="1014937" y="110823"/>
                </a:lnTo>
                <a:lnTo>
                  <a:pt x="1008505" y="152217"/>
                </a:lnTo>
                <a:lnTo>
                  <a:pt x="1002281" y="174984"/>
                </a:lnTo>
                <a:lnTo>
                  <a:pt x="1004547" y="181408"/>
                </a:lnTo>
                <a:lnTo>
                  <a:pt x="1029779" y="222857"/>
                </a:lnTo>
                <a:lnTo>
                  <a:pt x="1054956" y="243636"/>
                </a:lnTo>
                <a:lnTo>
                  <a:pt x="1092777" y="193941"/>
                </a:lnTo>
                <a:lnTo>
                  <a:pt x="1081618" y="185640"/>
                </a:lnTo>
                <a:lnTo>
                  <a:pt x="1071888" y="176570"/>
                </a:lnTo>
                <a:lnTo>
                  <a:pt x="1046381" y="133142"/>
                </a:lnTo>
                <a:lnTo>
                  <a:pt x="1038092" y="94991"/>
                </a:lnTo>
                <a:lnTo>
                  <a:pt x="1035606" y="54092"/>
                </a:lnTo>
                <a:lnTo>
                  <a:pt x="1035606" y="27705"/>
                </a:lnTo>
                <a:close/>
              </a:path>
              <a:path w="3045459" h="414654">
                <a:moveTo>
                  <a:pt x="1017575" y="27705"/>
                </a:moveTo>
                <a:lnTo>
                  <a:pt x="985911" y="27705"/>
                </a:lnTo>
                <a:lnTo>
                  <a:pt x="985911" y="54092"/>
                </a:lnTo>
                <a:lnTo>
                  <a:pt x="987231" y="93012"/>
                </a:lnTo>
                <a:lnTo>
                  <a:pt x="994432" y="148424"/>
                </a:lnTo>
                <a:lnTo>
                  <a:pt x="1002281" y="174984"/>
                </a:lnTo>
                <a:lnTo>
                  <a:pt x="1005261" y="165356"/>
                </a:lnTo>
                <a:lnTo>
                  <a:pt x="1013342" y="124951"/>
                </a:lnTo>
                <a:lnTo>
                  <a:pt x="1016858" y="83337"/>
                </a:lnTo>
                <a:lnTo>
                  <a:pt x="1017575" y="27705"/>
                </a:lnTo>
                <a:close/>
              </a:path>
              <a:path w="3045459" h="414654">
                <a:moveTo>
                  <a:pt x="911149" y="27705"/>
                </a:moveTo>
                <a:lnTo>
                  <a:pt x="879925" y="27705"/>
                </a:lnTo>
                <a:lnTo>
                  <a:pt x="880043" y="64207"/>
                </a:lnTo>
                <a:lnTo>
                  <a:pt x="882564" y="110823"/>
                </a:lnTo>
                <a:lnTo>
                  <a:pt x="888995" y="152217"/>
                </a:lnTo>
                <a:lnTo>
                  <a:pt x="894953" y="174124"/>
                </a:lnTo>
                <a:lnTo>
                  <a:pt x="897956" y="165356"/>
                </a:lnTo>
                <a:lnTo>
                  <a:pt x="906449" y="126023"/>
                </a:lnTo>
                <a:lnTo>
                  <a:pt x="910379" y="83337"/>
                </a:lnTo>
                <a:lnTo>
                  <a:pt x="911149" y="54092"/>
                </a:lnTo>
                <a:lnTo>
                  <a:pt x="911149" y="27705"/>
                </a:lnTo>
                <a:close/>
              </a:path>
              <a:path w="3045459" h="414654">
                <a:moveTo>
                  <a:pt x="1100253" y="87515"/>
                </a:moveTo>
                <a:lnTo>
                  <a:pt x="1061993" y="87515"/>
                </a:lnTo>
                <a:lnTo>
                  <a:pt x="1061993" y="143367"/>
                </a:lnTo>
                <a:lnTo>
                  <a:pt x="1100253" y="143367"/>
                </a:lnTo>
                <a:lnTo>
                  <a:pt x="1100253" y="87515"/>
                </a:lnTo>
                <a:close/>
              </a:path>
              <a:path w="3045459" h="414654">
                <a:moveTo>
                  <a:pt x="1171497" y="87515"/>
                </a:moveTo>
                <a:lnTo>
                  <a:pt x="1138954" y="87515"/>
                </a:lnTo>
                <a:lnTo>
                  <a:pt x="1138954" y="143367"/>
                </a:lnTo>
                <a:lnTo>
                  <a:pt x="1171497" y="143367"/>
                </a:lnTo>
                <a:lnTo>
                  <a:pt x="1171497" y="87515"/>
                </a:lnTo>
                <a:close/>
              </a:path>
              <a:path w="3045459" h="414654">
                <a:moveTo>
                  <a:pt x="1697790" y="439"/>
                </a:moveTo>
                <a:lnTo>
                  <a:pt x="1626546" y="439"/>
                </a:lnTo>
                <a:lnTo>
                  <a:pt x="1626546" y="412950"/>
                </a:lnTo>
                <a:lnTo>
                  <a:pt x="1697790" y="412950"/>
                </a:lnTo>
                <a:lnTo>
                  <a:pt x="1697790" y="439"/>
                </a:lnTo>
                <a:close/>
              </a:path>
              <a:path w="3045459" h="414654">
                <a:moveTo>
                  <a:pt x="1538591" y="42218"/>
                </a:moveTo>
                <a:lnTo>
                  <a:pt x="1504288" y="42218"/>
                </a:lnTo>
                <a:lnTo>
                  <a:pt x="1504288" y="55411"/>
                </a:lnTo>
                <a:lnTo>
                  <a:pt x="1503409" y="82320"/>
                </a:lnTo>
                <a:lnTo>
                  <a:pt x="1496372" y="131355"/>
                </a:lnTo>
                <a:lnTo>
                  <a:pt x="1482134" y="174234"/>
                </a:lnTo>
                <a:lnTo>
                  <a:pt x="1458387" y="212274"/>
                </a:lnTo>
                <a:lnTo>
                  <a:pt x="1424386" y="245972"/>
                </a:lnTo>
                <a:lnTo>
                  <a:pt x="1377990" y="276977"/>
                </a:lnTo>
                <a:lnTo>
                  <a:pt x="1349927" y="291572"/>
                </a:lnTo>
                <a:lnTo>
                  <a:pt x="1386868" y="347423"/>
                </a:lnTo>
                <a:lnTo>
                  <a:pt x="1438542" y="318838"/>
                </a:lnTo>
                <a:lnTo>
                  <a:pt x="1480101" y="287614"/>
                </a:lnTo>
                <a:lnTo>
                  <a:pt x="1512864" y="253311"/>
                </a:lnTo>
                <a:lnTo>
                  <a:pt x="1537272" y="216370"/>
                </a:lnTo>
                <a:lnTo>
                  <a:pt x="1554863" y="176790"/>
                </a:lnTo>
                <a:lnTo>
                  <a:pt x="1566297" y="134571"/>
                </a:lnTo>
                <a:lnTo>
                  <a:pt x="1571605" y="98070"/>
                </a:lnTo>
                <a:lnTo>
                  <a:pt x="1538591" y="98070"/>
                </a:lnTo>
                <a:lnTo>
                  <a:pt x="1538591" y="42218"/>
                </a:lnTo>
                <a:close/>
              </a:path>
              <a:path w="3045459" h="414654">
                <a:moveTo>
                  <a:pt x="1504288" y="42218"/>
                </a:moveTo>
                <a:lnTo>
                  <a:pt x="1373675" y="42218"/>
                </a:lnTo>
                <a:lnTo>
                  <a:pt x="1373675" y="98070"/>
                </a:lnTo>
                <a:lnTo>
                  <a:pt x="1501767" y="98070"/>
                </a:lnTo>
                <a:lnTo>
                  <a:pt x="1503409" y="82320"/>
                </a:lnTo>
                <a:lnTo>
                  <a:pt x="1504288" y="55411"/>
                </a:lnTo>
                <a:lnTo>
                  <a:pt x="1504288" y="42218"/>
                </a:lnTo>
                <a:close/>
              </a:path>
              <a:path w="3045459" h="414654">
                <a:moveTo>
                  <a:pt x="1574653" y="42218"/>
                </a:moveTo>
                <a:lnTo>
                  <a:pt x="1538591" y="42218"/>
                </a:lnTo>
                <a:lnTo>
                  <a:pt x="1538591" y="98070"/>
                </a:lnTo>
                <a:lnTo>
                  <a:pt x="1571605" y="98070"/>
                </a:lnTo>
                <a:lnTo>
                  <a:pt x="1572564" y="89714"/>
                </a:lnTo>
                <a:lnTo>
                  <a:pt x="1574130" y="66296"/>
                </a:lnTo>
                <a:lnTo>
                  <a:pt x="1574653" y="42218"/>
                </a:lnTo>
                <a:close/>
              </a:path>
              <a:path w="3045459" h="414654">
                <a:moveTo>
                  <a:pt x="1905770" y="214611"/>
                </a:moveTo>
                <a:lnTo>
                  <a:pt x="1755367" y="214611"/>
                </a:lnTo>
                <a:lnTo>
                  <a:pt x="1755367" y="270462"/>
                </a:lnTo>
                <a:lnTo>
                  <a:pt x="2128738" y="270462"/>
                </a:lnTo>
                <a:lnTo>
                  <a:pt x="2128738" y="237479"/>
                </a:lnTo>
                <a:lnTo>
                  <a:pt x="1905770" y="237479"/>
                </a:lnTo>
                <a:lnTo>
                  <a:pt x="1905770" y="214611"/>
                </a:lnTo>
                <a:close/>
              </a:path>
              <a:path w="3045459" h="414654">
                <a:moveTo>
                  <a:pt x="1976575" y="156120"/>
                </a:moveTo>
                <a:lnTo>
                  <a:pt x="1905770" y="156120"/>
                </a:lnTo>
                <a:lnTo>
                  <a:pt x="1905770" y="237479"/>
                </a:lnTo>
                <a:lnTo>
                  <a:pt x="1976575" y="237479"/>
                </a:lnTo>
                <a:lnTo>
                  <a:pt x="1976575" y="156120"/>
                </a:lnTo>
                <a:close/>
              </a:path>
              <a:path w="3045459" h="414654">
                <a:moveTo>
                  <a:pt x="2128738" y="214611"/>
                </a:moveTo>
                <a:lnTo>
                  <a:pt x="1976575" y="214611"/>
                </a:lnTo>
                <a:lnTo>
                  <a:pt x="1976575" y="237479"/>
                </a:lnTo>
                <a:lnTo>
                  <a:pt x="2128738" y="237479"/>
                </a:lnTo>
                <a:lnTo>
                  <a:pt x="2128738" y="214611"/>
                </a:lnTo>
                <a:close/>
              </a:path>
              <a:path w="3045459" h="414654">
                <a:moveTo>
                  <a:pt x="1871908" y="14952"/>
                </a:moveTo>
                <a:lnTo>
                  <a:pt x="1801983" y="14952"/>
                </a:lnTo>
                <a:lnTo>
                  <a:pt x="1801983" y="184706"/>
                </a:lnTo>
                <a:lnTo>
                  <a:pt x="1905770" y="184706"/>
                </a:lnTo>
                <a:lnTo>
                  <a:pt x="1905770" y="156120"/>
                </a:lnTo>
                <a:lnTo>
                  <a:pt x="2082121" y="156120"/>
                </a:lnTo>
                <a:lnTo>
                  <a:pt x="2082121" y="129294"/>
                </a:lnTo>
                <a:lnTo>
                  <a:pt x="1871908" y="129294"/>
                </a:lnTo>
                <a:lnTo>
                  <a:pt x="1871908" y="102907"/>
                </a:lnTo>
                <a:lnTo>
                  <a:pt x="2082121" y="102907"/>
                </a:lnTo>
                <a:lnTo>
                  <a:pt x="2082121" y="48815"/>
                </a:lnTo>
                <a:lnTo>
                  <a:pt x="1871908" y="48815"/>
                </a:lnTo>
                <a:lnTo>
                  <a:pt x="1871908" y="14952"/>
                </a:lnTo>
                <a:close/>
              </a:path>
              <a:path w="3045459" h="414654">
                <a:moveTo>
                  <a:pt x="2082121" y="156120"/>
                </a:moveTo>
                <a:lnTo>
                  <a:pt x="1976575" y="156120"/>
                </a:lnTo>
                <a:lnTo>
                  <a:pt x="1976575" y="184706"/>
                </a:lnTo>
                <a:lnTo>
                  <a:pt x="2082121" y="184706"/>
                </a:lnTo>
                <a:lnTo>
                  <a:pt x="2082121" y="156120"/>
                </a:lnTo>
                <a:close/>
              </a:path>
              <a:path w="3045459" h="414654">
                <a:moveTo>
                  <a:pt x="2082121" y="102907"/>
                </a:moveTo>
                <a:lnTo>
                  <a:pt x="2011757" y="102907"/>
                </a:lnTo>
                <a:lnTo>
                  <a:pt x="2011757" y="129294"/>
                </a:lnTo>
                <a:lnTo>
                  <a:pt x="2082121" y="129294"/>
                </a:lnTo>
                <a:lnTo>
                  <a:pt x="2082121" y="102907"/>
                </a:lnTo>
                <a:close/>
              </a:path>
              <a:path w="3045459" h="414654">
                <a:moveTo>
                  <a:pt x="2082121" y="14952"/>
                </a:moveTo>
                <a:lnTo>
                  <a:pt x="2011757" y="14952"/>
                </a:lnTo>
                <a:lnTo>
                  <a:pt x="2011757" y="48815"/>
                </a:lnTo>
                <a:lnTo>
                  <a:pt x="2082121" y="48815"/>
                </a:lnTo>
                <a:lnTo>
                  <a:pt x="2082121" y="14952"/>
                </a:lnTo>
                <a:close/>
              </a:path>
              <a:path w="3045459" h="414654">
                <a:moveTo>
                  <a:pt x="1869709" y="289813"/>
                </a:moveTo>
                <a:lnTo>
                  <a:pt x="1798905" y="289813"/>
                </a:lnTo>
                <a:lnTo>
                  <a:pt x="1798905" y="407233"/>
                </a:lnTo>
                <a:lnTo>
                  <a:pt x="2086519" y="407233"/>
                </a:lnTo>
                <a:lnTo>
                  <a:pt x="2086519" y="372491"/>
                </a:lnTo>
                <a:lnTo>
                  <a:pt x="1869709" y="372491"/>
                </a:lnTo>
                <a:lnTo>
                  <a:pt x="1869709" y="289813"/>
                </a:lnTo>
                <a:close/>
              </a:path>
              <a:path w="3045459" h="414654">
                <a:moveTo>
                  <a:pt x="2086519" y="350942"/>
                </a:moveTo>
                <a:lnTo>
                  <a:pt x="1869709" y="350942"/>
                </a:lnTo>
                <a:lnTo>
                  <a:pt x="1869709" y="372491"/>
                </a:lnTo>
                <a:lnTo>
                  <a:pt x="2086519" y="372491"/>
                </a:lnTo>
                <a:lnTo>
                  <a:pt x="2086519" y="350942"/>
                </a:lnTo>
                <a:close/>
              </a:path>
              <a:path w="3045459" h="414654">
                <a:moveTo>
                  <a:pt x="2403478" y="286294"/>
                </a:moveTo>
                <a:lnTo>
                  <a:pt x="2332674" y="286294"/>
                </a:lnTo>
                <a:lnTo>
                  <a:pt x="2332674" y="407233"/>
                </a:lnTo>
                <a:lnTo>
                  <a:pt x="2624246" y="407233"/>
                </a:lnTo>
                <a:lnTo>
                  <a:pt x="2624246" y="369412"/>
                </a:lnTo>
                <a:lnTo>
                  <a:pt x="2403478" y="369412"/>
                </a:lnTo>
                <a:lnTo>
                  <a:pt x="2403478" y="286294"/>
                </a:lnTo>
                <a:close/>
              </a:path>
              <a:path w="3045459" h="414654">
                <a:moveTo>
                  <a:pt x="2624246" y="350942"/>
                </a:moveTo>
                <a:lnTo>
                  <a:pt x="2403478" y="350942"/>
                </a:lnTo>
                <a:lnTo>
                  <a:pt x="2403478" y="369412"/>
                </a:lnTo>
                <a:lnTo>
                  <a:pt x="2624246" y="369412"/>
                </a:lnTo>
                <a:lnTo>
                  <a:pt x="2624246" y="350942"/>
                </a:lnTo>
                <a:close/>
              </a:path>
              <a:path w="3045459" h="414654">
                <a:moveTo>
                  <a:pt x="2520459" y="235720"/>
                </a:moveTo>
                <a:lnTo>
                  <a:pt x="2449215" y="235720"/>
                </a:lnTo>
                <a:lnTo>
                  <a:pt x="2449215" y="318398"/>
                </a:lnTo>
                <a:lnTo>
                  <a:pt x="2520459" y="318398"/>
                </a:lnTo>
                <a:lnTo>
                  <a:pt x="2520459" y="235720"/>
                </a:lnTo>
                <a:close/>
              </a:path>
              <a:path w="3045459" h="414654">
                <a:moveTo>
                  <a:pt x="2665146" y="200538"/>
                </a:moveTo>
                <a:lnTo>
                  <a:pt x="2291775" y="200538"/>
                </a:lnTo>
                <a:lnTo>
                  <a:pt x="2291775" y="256390"/>
                </a:lnTo>
                <a:lnTo>
                  <a:pt x="2449215" y="256390"/>
                </a:lnTo>
                <a:lnTo>
                  <a:pt x="2449215" y="235720"/>
                </a:lnTo>
                <a:lnTo>
                  <a:pt x="2665146" y="235720"/>
                </a:lnTo>
                <a:lnTo>
                  <a:pt x="2665146" y="200538"/>
                </a:lnTo>
                <a:close/>
              </a:path>
              <a:path w="3045459" h="414654">
                <a:moveTo>
                  <a:pt x="2665146" y="235720"/>
                </a:moveTo>
                <a:lnTo>
                  <a:pt x="2520459" y="235720"/>
                </a:lnTo>
                <a:lnTo>
                  <a:pt x="2520459" y="256390"/>
                </a:lnTo>
                <a:lnTo>
                  <a:pt x="2665146" y="256390"/>
                </a:lnTo>
                <a:lnTo>
                  <a:pt x="2665146" y="235720"/>
                </a:lnTo>
                <a:close/>
              </a:path>
              <a:path w="3045459" h="414654">
                <a:moveTo>
                  <a:pt x="2618529" y="16711"/>
                </a:moveTo>
                <a:lnTo>
                  <a:pt x="2336632" y="16711"/>
                </a:lnTo>
                <a:lnTo>
                  <a:pt x="2336632" y="175031"/>
                </a:lnTo>
                <a:lnTo>
                  <a:pt x="2618529" y="175031"/>
                </a:lnTo>
                <a:lnTo>
                  <a:pt x="2618529" y="119619"/>
                </a:lnTo>
                <a:lnTo>
                  <a:pt x="2406117" y="119619"/>
                </a:lnTo>
                <a:lnTo>
                  <a:pt x="2406117" y="71683"/>
                </a:lnTo>
                <a:lnTo>
                  <a:pt x="2618529" y="71683"/>
                </a:lnTo>
                <a:lnTo>
                  <a:pt x="2618529" y="16711"/>
                </a:lnTo>
                <a:close/>
              </a:path>
              <a:path w="3045459" h="414654">
                <a:moveTo>
                  <a:pt x="2618529" y="71683"/>
                </a:moveTo>
                <a:lnTo>
                  <a:pt x="2548605" y="71683"/>
                </a:lnTo>
                <a:lnTo>
                  <a:pt x="2548605" y="119619"/>
                </a:lnTo>
                <a:lnTo>
                  <a:pt x="2618529" y="119619"/>
                </a:lnTo>
                <a:lnTo>
                  <a:pt x="2618529" y="71683"/>
                </a:lnTo>
                <a:close/>
              </a:path>
              <a:path w="3045459" h="414654">
                <a:moveTo>
                  <a:pt x="3045079" y="879"/>
                </a:moveTo>
                <a:lnTo>
                  <a:pt x="2973835" y="879"/>
                </a:lnTo>
                <a:lnTo>
                  <a:pt x="2973835" y="226925"/>
                </a:lnTo>
                <a:lnTo>
                  <a:pt x="3045079" y="226925"/>
                </a:lnTo>
                <a:lnTo>
                  <a:pt x="3045079" y="147325"/>
                </a:lnTo>
                <a:lnTo>
                  <a:pt x="2988787" y="147325"/>
                </a:lnTo>
                <a:lnTo>
                  <a:pt x="2988787" y="90594"/>
                </a:lnTo>
                <a:lnTo>
                  <a:pt x="3045079" y="90594"/>
                </a:lnTo>
                <a:lnTo>
                  <a:pt x="3045079" y="879"/>
                </a:lnTo>
                <a:close/>
              </a:path>
              <a:path w="3045459" h="414654">
                <a:moveTo>
                  <a:pt x="2782532" y="21549"/>
                </a:moveTo>
                <a:lnTo>
                  <a:pt x="2712167" y="21549"/>
                </a:lnTo>
                <a:lnTo>
                  <a:pt x="2712167" y="216810"/>
                </a:lnTo>
                <a:lnTo>
                  <a:pt x="2912266" y="216810"/>
                </a:lnTo>
                <a:lnTo>
                  <a:pt x="2912266" y="160518"/>
                </a:lnTo>
                <a:lnTo>
                  <a:pt x="2782532" y="160518"/>
                </a:lnTo>
                <a:lnTo>
                  <a:pt x="2782532" y="120938"/>
                </a:lnTo>
                <a:lnTo>
                  <a:pt x="2897313" y="120938"/>
                </a:lnTo>
                <a:lnTo>
                  <a:pt x="2897313" y="90594"/>
                </a:lnTo>
                <a:lnTo>
                  <a:pt x="2912266" y="90594"/>
                </a:lnTo>
                <a:lnTo>
                  <a:pt x="2912266" y="67725"/>
                </a:lnTo>
                <a:lnTo>
                  <a:pt x="2782532" y="67725"/>
                </a:lnTo>
                <a:lnTo>
                  <a:pt x="2782532" y="21549"/>
                </a:lnTo>
                <a:close/>
              </a:path>
              <a:path w="3045459" h="414654">
                <a:moveTo>
                  <a:pt x="2897313" y="120938"/>
                </a:moveTo>
                <a:lnTo>
                  <a:pt x="2842781" y="120938"/>
                </a:lnTo>
                <a:lnTo>
                  <a:pt x="2842781" y="160518"/>
                </a:lnTo>
                <a:lnTo>
                  <a:pt x="2912266" y="160518"/>
                </a:lnTo>
                <a:lnTo>
                  <a:pt x="2912266" y="147325"/>
                </a:lnTo>
                <a:lnTo>
                  <a:pt x="2897313" y="147325"/>
                </a:lnTo>
                <a:lnTo>
                  <a:pt x="2897313" y="120938"/>
                </a:lnTo>
                <a:close/>
              </a:path>
              <a:path w="3045459" h="414654">
                <a:moveTo>
                  <a:pt x="2912266" y="90594"/>
                </a:moveTo>
                <a:lnTo>
                  <a:pt x="2897313" y="90594"/>
                </a:lnTo>
                <a:lnTo>
                  <a:pt x="2897313" y="147325"/>
                </a:lnTo>
                <a:lnTo>
                  <a:pt x="2912266" y="147325"/>
                </a:lnTo>
                <a:lnTo>
                  <a:pt x="2912266" y="90594"/>
                </a:lnTo>
                <a:close/>
              </a:path>
              <a:path w="3045459" h="414654">
                <a:moveTo>
                  <a:pt x="2973835" y="90594"/>
                </a:moveTo>
                <a:lnTo>
                  <a:pt x="2912266" y="90594"/>
                </a:lnTo>
                <a:lnTo>
                  <a:pt x="2912266" y="147325"/>
                </a:lnTo>
                <a:lnTo>
                  <a:pt x="2973835" y="147325"/>
                </a:lnTo>
                <a:lnTo>
                  <a:pt x="2973835" y="90594"/>
                </a:lnTo>
                <a:close/>
              </a:path>
              <a:path w="3045459" h="414654">
                <a:moveTo>
                  <a:pt x="3045079" y="90594"/>
                </a:moveTo>
                <a:lnTo>
                  <a:pt x="2988787" y="90594"/>
                </a:lnTo>
                <a:lnTo>
                  <a:pt x="2988787" y="147325"/>
                </a:lnTo>
                <a:lnTo>
                  <a:pt x="3045079" y="147325"/>
                </a:lnTo>
                <a:lnTo>
                  <a:pt x="3045079" y="90594"/>
                </a:lnTo>
                <a:close/>
              </a:path>
              <a:path w="3045459" h="414654">
                <a:moveTo>
                  <a:pt x="2912266" y="21549"/>
                </a:moveTo>
                <a:lnTo>
                  <a:pt x="2842781" y="21549"/>
                </a:lnTo>
                <a:lnTo>
                  <a:pt x="2842781" y="67725"/>
                </a:lnTo>
                <a:lnTo>
                  <a:pt x="2912266" y="67725"/>
                </a:lnTo>
                <a:lnTo>
                  <a:pt x="2912266" y="21549"/>
                </a:lnTo>
                <a:close/>
              </a:path>
              <a:path w="3045459" h="414654">
                <a:moveTo>
                  <a:pt x="2836184" y="242757"/>
                </a:moveTo>
                <a:lnTo>
                  <a:pt x="2765820" y="242757"/>
                </a:lnTo>
                <a:lnTo>
                  <a:pt x="2765820" y="408553"/>
                </a:lnTo>
                <a:lnTo>
                  <a:pt x="3045079" y="408553"/>
                </a:lnTo>
                <a:lnTo>
                  <a:pt x="3045079" y="352701"/>
                </a:lnTo>
                <a:lnTo>
                  <a:pt x="2836184" y="352701"/>
                </a:lnTo>
                <a:lnTo>
                  <a:pt x="2836184" y="326754"/>
                </a:lnTo>
                <a:lnTo>
                  <a:pt x="3045079" y="326754"/>
                </a:lnTo>
                <a:lnTo>
                  <a:pt x="3045079" y="272661"/>
                </a:lnTo>
                <a:lnTo>
                  <a:pt x="2836184" y="272661"/>
                </a:lnTo>
                <a:lnTo>
                  <a:pt x="2836184" y="242757"/>
                </a:lnTo>
                <a:close/>
              </a:path>
              <a:path w="3045459" h="414654">
                <a:moveTo>
                  <a:pt x="3045079" y="326754"/>
                </a:moveTo>
                <a:lnTo>
                  <a:pt x="2974714" y="326754"/>
                </a:lnTo>
                <a:lnTo>
                  <a:pt x="2974714" y="352701"/>
                </a:lnTo>
                <a:lnTo>
                  <a:pt x="3045079" y="352701"/>
                </a:lnTo>
                <a:lnTo>
                  <a:pt x="3045079" y="326754"/>
                </a:lnTo>
                <a:close/>
              </a:path>
              <a:path w="3045459" h="414654">
                <a:moveTo>
                  <a:pt x="3045079" y="242757"/>
                </a:moveTo>
                <a:lnTo>
                  <a:pt x="2974714" y="242757"/>
                </a:lnTo>
                <a:lnTo>
                  <a:pt x="2974714" y="272661"/>
                </a:lnTo>
                <a:lnTo>
                  <a:pt x="3045079" y="272661"/>
                </a:lnTo>
                <a:lnTo>
                  <a:pt x="3045079" y="2427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74976" y="3528688"/>
            <a:ext cx="1549691" cy="118372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780462" y="6557758"/>
            <a:ext cx="4146997" cy="321890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26399" y="10850454"/>
            <a:ext cx="243499" cy="188475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2439716" y="3047027"/>
            <a:ext cx="6513195" cy="7769859"/>
            <a:chOff x="2439716" y="3047027"/>
            <a:chExt cx="6513195" cy="7769859"/>
          </a:xfrm>
        </p:grpSpPr>
        <p:sp>
          <p:nvSpPr>
            <p:cNvPr id="12" name="object 12"/>
            <p:cNvSpPr/>
            <p:nvPr/>
          </p:nvSpPr>
          <p:spPr>
            <a:xfrm>
              <a:off x="2811882" y="3150519"/>
              <a:ext cx="6141085" cy="7666355"/>
            </a:xfrm>
            <a:custGeom>
              <a:avLst/>
              <a:gdLst/>
              <a:ahLst/>
              <a:cxnLst/>
              <a:rect l="l" t="t" r="r" b="b"/>
              <a:pathLst>
                <a:path w="6141084" h="7666355">
                  <a:moveTo>
                    <a:pt x="5622591" y="0"/>
                  </a:moveTo>
                  <a:lnTo>
                    <a:pt x="518133" y="0"/>
                  </a:lnTo>
                  <a:lnTo>
                    <a:pt x="470972" y="2117"/>
                  </a:lnTo>
                  <a:lnTo>
                    <a:pt x="424998" y="8347"/>
                  </a:lnTo>
                  <a:lnTo>
                    <a:pt x="380393" y="18508"/>
                  </a:lnTo>
                  <a:lnTo>
                    <a:pt x="337339" y="32415"/>
                  </a:lnTo>
                  <a:lnTo>
                    <a:pt x="296021" y="49887"/>
                  </a:lnTo>
                  <a:lnTo>
                    <a:pt x="256621" y="70740"/>
                  </a:lnTo>
                  <a:lnTo>
                    <a:pt x="219322" y="94791"/>
                  </a:lnTo>
                  <a:lnTo>
                    <a:pt x="184306" y="121858"/>
                  </a:lnTo>
                  <a:lnTo>
                    <a:pt x="151757" y="151757"/>
                  </a:lnTo>
                  <a:lnTo>
                    <a:pt x="121858" y="184306"/>
                  </a:lnTo>
                  <a:lnTo>
                    <a:pt x="94791" y="219321"/>
                  </a:lnTo>
                  <a:lnTo>
                    <a:pt x="70740" y="256621"/>
                  </a:lnTo>
                  <a:lnTo>
                    <a:pt x="49887" y="296021"/>
                  </a:lnTo>
                  <a:lnTo>
                    <a:pt x="32415" y="337339"/>
                  </a:lnTo>
                  <a:lnTo>
                    <a:pt x="18508" y="380392"/>
                  </a:lnTo>
                  <a:lnTo>
                    <a:pt x="8347" y="424997"/>
                  </a:lnTo>
                  <a:lnTo>
                    <a:pt x="2117" y="470972"/>
                  </a:lnTo>
                  <a:lnTo>
                    <a:pt x="0" y="518133"/>
                  </a:lnTo>
                  <a:lnTo>
                    <a:pt x="0" y="7147771"/>
                  </a:lnTo>
                  <a:lnTo>
                    <a:pt x="2117" y="7194932"/>
                  </a:lnTo>
                  <a:lnTo>
                    <a:pt x="8347" y="7240907"/>
                  </a:lnTo>
                  <a:lnTo>
                    <a:pt x="18508" y="7285512"/>
                  </a:lnTo>
                  <a:lnTo>
                    <a:pt x="32415" y="7328565"/>
                  </a:lnTo>
                  <a:lnTo>
                    <a:pt x="49887" y="7369883"/>
                  </a:lnTo>
                  <a:lnTo>
                    <a:pt x="70740" y="7409283"/>
                  </a:lnTo>
                  <a:lnTo>
                    <a:pt x="94791" y="7446583"/>
                  </a:lnTo>
                  <a:lnTo>
                    <a:pt x="121858" y="7481598"/>
                  </a:lnTo>
                  <a:lnTo>
                    <a:pt x="151757" y="7514147"/>
                  </a:lnTo>
                  <a:lnTo>
                    <a:pt x="184306" y="7544047"/>
                  </a:lnTo>
                  <a:lnTo>
                    <a:pt x="219322" y="7571113"/>
                  </a:lnTo>
                  <a:lnTo>
                    <a:pt x="256621" y="7595165"/>
                  </a:lnTo>
                  <a:lnTo>
                    <a:pt x="296022" y="7616018"/>
                  </a:lnTo>
                  <a:lnTo>
                    <a:pt x="337340" y="7633489"/>
                  </a:lnTo>
                  <a:lnTo>
                    <a:pt x="380393" y="7647397"/>
                  </a:lnTo>
                  <a:lnTo>
                    <a:pt x="424998" y="7657557"/>
                  </a:lnTo>
                  <a:lnTo>
                    <a:pt x="470973" y="7663788"/>
                  </a:lnTo>
                  <a:lnTo>
                    <a:pt x="518133" y="7665905"/>
                  </a:lnTo>
                  <a:lnTo>
                    <a:pt x="5622591" y="7665905"/>
                  </a:lnTo>
                  <a:lnTo>
                    <a:pt x="5669752" y="7663788"/>
                  </a:lnTo>
                  <a:lnTo>
                    <a:pt x="5715727" y="7657557"/>
                  </a:lnTo>
                  <a:lnTo>
                    <a:pt x="5760332" y="7647397"/>
                  </a:lnTo>
                  <a:lnTo>
                    <a:pt x="5803385" y="7633489"/>
                  </a:lnTo>
                  <a:lnTo>
                    <a:pt x="5844703" y="7616018"/>
                  </a:lnTo>
                  <a:lnTo>
                    <a:pt x="5884103" y="7595165"/>
                  </a:lnTo>
                  <a:lnTo>
                    <a:pt x="5921403" y="7571113"/>
                  </a:lnTo>
                  <a:lnTo>
                    <a:pt x="5956418" y="7544047"/>
                  </a:lnTo>
                  <a:lnTo>
                    <a:pt x="5988967" y="7514148"/>
                  </a:lnTo>
                  <a:lnTo>
                    <a:pt x="6018867" y="7481599"/>
                  </a:lnTo>
                  <a:lnTo>
                    <a:pt x="6045933" y="7446583"/>
                  </a:lnTo>
                  <a:lnTo>
                    <a:pt x="6069985" y="7409284"/>
                  </a:lnTo>
                  <a:lnTo>
                    <a:pt x="6090838" y="7369884"/>
                  </a:lnTo>
                  <a:lnTo>
                    <a:pt x="6108309" y="7328566"/>
                  </a:lnTo>
                  <a:lnTo>
                    <a:pt x="6122217" y="7285512"/>
                  </a:lnTo>
                  <a:lnTo>
                    <a:pt x="6132377" y="7240907"/>
                  </a:lnTo>
                  <a:lnTo>
                    <a:pt x="6138608" y="7194933"/>
                  </a:lnTo>
                  <a:lnTo>
                    <a:pt x="6140725" y="7147772"/>
                  </a:lnTo>
                  <a:lnTo>
                    <a:pt x="6140725" y="518133"/>
                  </a:lnTo>
                  <a:lnTo>
                    <a:pt x="6138608" y="470972"/>
                  </a:lnTo>
                  <a:lnTo>
                    <a:pt x="6132377" y="424998"/>
                  </a:lnTo>
                  <a:lnTo>
                    <a:pt x="6122217" y="380393"/>
                  </a:lnTo>
                  <a:lnTo>
                    <a:pt x="6108309" y="337340"/>
                  </a:lnTo>
                  <a:lnTo>
                    <a:pt x="6090838" y="296021"/>
                  </a:lnTo>
                  <a:lnTo>
                    <a:pt x="6069985" y="256621"/>
                  </a:lnTo>
                  <a:lnTo>
                    <a:pt x="6045933" y="219322"/>
                  </a:lnTo>
                  <a:lnTo>
                    <a:pt x="6018867" y="184306"/>
                  </a:lnTo>
                  <a:lnTo>
                    <a:pt x="5988967" y="151757"/>
                  </a:lnTo>
                  <a:lnTo>
                    <a:pt x="5956418" y="121858"/>
                  </a:lnTo>
                  <a:lnTo>
                    <a:pt x="5921403" y="94791"/>
                  </a:lnTo>
                  <a:lnTo>
                    <a:pt x="5884103" y="70740"/>
                  </a:lnTo>
                  <a:lnTo>
                    <a:pt x="5844703" y="49887"/>
                  </a:lnTo>
                  <a:lnTo>
                    <a:pt x="5803385" y="32415"/>
                  </a:lnTo>
                  <a:lnTo>
                    <a:pt x="5760332" y="18508"/>
                  </a:lnTo>
                  <a:lnTo>
                    <a:pt x="5715727" y="8347"/>
                  </a:lnTo>
                  <a:lnTo>
                    <a:pt x="5669752" y="2117"/>
                  </a:lnTo>
                  <a:lnTo>
                    <a:pt x="5622591" y="0"/>
                  </a:lnTo>
                  <a:close/>
                </a:path>
              </a:pathLst>
            </a:custGeom>
            <a:solidFill>
              <a:srgbClr val="121A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439716" y="3047027"/>
              <a:ext cx="6499860" cy="7759065"/>
            </a:xfrm>
            <a:custGeom>
              <a:avLst/>
              <a:gdLst/>
              <a:ahLst/>
              <a:cxnLst/>
              <a:rect l="l" t="t" r="r" b="b"/>
              <a:pathLst>
                <a:path w="6499859" h="7759065">
                  <a:moveTo>
                    <a:pt x="5981465" y="0"/>
                  </a:moveTo>
                  <a:lnTo>
                    <a:pt x="518133" y="0"/>
                  </a:lnTo>
                  <a:lnTo>
                    <a:pt x="470972" y="2117"/>
                  </a:lnTo>
                  <a:lnTo>
                    <a:pt x="424998" y="8347"/>
                  </a:lnTo>
                  <a:lnTo>
                    <a:pt x="380393" y="18508"/>
                  </a:lnTo>
                  <a:lnTo>
                    <a:pt x="337339" y="32415"/>
                  </a:lnTo>
                  <a:lnTo>
                    <a:pt x="296021" y="49887"/>
                  </a:lnTo>
                  <a:lnTo>
                    <a:pt x="256621" y="70740"/>
                  </a:lnTo>
                  <a:lnTo>
                    <a:pt x="219322" y="94791"/>
                  </a:lnTo>
                  <a:lnTo>
                    <a:pt x="184306" y="121858"/>
                  </a:lnTo>
                  <a:lnTo>
                    <a:pt x="151757" y="151757"/>
                  </a:lnTo>
                  <a:lnTo>
                    <a:pt x="121858" y="184306"/>
                  </a:lnTo>
                  <a:lnTo>
                    <a:pt x="94791" y="219322"/>
                  </a:lnTo>
                  <a:lnTo>
                    <a:pt x="70740" y="256621"/>
                  </a:lnTo>
                  <a:lnTo>
                    <a:pt x="49887" y="296021"/>
                  </a:lnTo>
                  <a:lnTo>
                    <a:pt x="32415" y="337340"/>
                  </a:lnTo>
                  <a:lnTo>
                    <a:pt x="18508" y="380393"/>
                  </a:lnTo>
                  <a:lnTo>
                    <a:pt x="8347" y="424998"/>
                  </a:lnTo>
                  <a:lnTo>
                    <a:pt x="2117" y="470972"/>
                  </a:lnTo>
                  <a:lnTo>
                    <a:pt x="0" y="518133"/>
                  </a:lnTo>
                  <a:lnTo>
                    <a:pt x="0" y="7240692"/>
                  </a:lnTo>
                  <a:lnTo>
                    <a:pt x="2117" y="7287852"/>
                  </a:lnTo>
                  <a:lnTo>
                    <a:pt x="8347" y="7333827"/>
                  </a:lnTo>
                  <a:lnTo>
                    <a:pt x="18508" y="7378432"/>
                  </a:lnTo>
                  <a:lnTo>
                    <a:pt x="32415" y="7421485"/>
                  </a:lnTo>
                  <a:lnTo>
                    <a:pt x="49887" y="7462803"/>
                  </a:lnTo>
                  <a:lnTo>
                    <a:pt x="70740" y="7502204"/>
                  </a:lnTo>
                  <a:lnTo>
                    <a:pt x="94791" y="7539503"/>
                  </a:lnTo>
                  <a:lnTo>
                    <a:pt x="121858" y="7574518"/>
                  </a:lnTo>
                  <a:lnTo>
                    <a:pt x="151757" y="7607067"/>
                  </a:lnTo>
                  <a:lnTo>
                    <a:pt x="184306" y="7636967"/>
                  </a:lnTo>
                  <a:lnTo>
                    <a:pt x="219322" y="7664033"/>
                  </a:lnTo>
                  <a:lnTo>
                    <a:pt x="256621" y="7688085"/>
                  </a:lnTo>
                  <a:lnTo>
                    <a:pt x="296022" y="7708938"/>
                  </a:lnTo>
                  <a:lnTo>
                    <a:pt x="337340" y="7726409"/>
                  </a:lnTo>
                  <a:lnTo>
                    <a:pt x="380393" y="7740317"/>
                  </a:lnTo>
                  <a:lnTo>
                    <a:pt x="424998" y="7750477"/>
                  </a:lnTo>
                  <a:lnTo>
                    <a:pt x="470973" y="7756708"/>
                  </a:lnTo>
                  <a:lnTo>
                    <a:pt x="518133" y="7758825"/>
                  </a:lnTo>
                  <a:lnTo>
                    <a:pt x="5981465" y="7758825"/>
                  </a:lnTo>
                  <a:lnTo>
                    <a:pt x="6028625" y="7756708"/>
                  </a:lnTo>
                  <a:lnTo>
                    <a:pt x="6074600" y="7750477"/>
                  </a:lnTo>
                  <a:lnTo>
                    <a:pt x="6119205" y="7740317"/>
                  </a:lnTo>
                  <a:lnTo>
                    <a:pt x="6162258" y="7726409"/>
                  </a:lnTo>
                  <a:lnTo>
                    <a:pt x="6203576" y="7708938"/>
                  </a:lnTo>
                  <a:lnTo>
                    <a:pt x="6242977" y="7688085"/>
                  </a:lnTo>
                  <a:lnTo>
                    <a:pt x="6280276" y="7664033"/>
                  </a:lnTo>
                  <a:lnTo>
                    <a:pt x="6315292" y="7636967"/>
                  </a:lnTo>
                  <a:lnTo>
                    <a:pt x="6347841" y="7607067"/>
                  </a:lnTo>
                  <a:lnTo>
                    <a:pt x="6377740" y="7574518"/>
                  </a:lnTo>
                  <a:lnTo>
                    <a:pt x="6404807" y="7539503"/>
                  </a:lnTo>
                  <a:lnTo>
                    <a:pt x="6428858" y="7502204"/>
                  </a:lnTo>
                  <a:lnTo>
                    <a:pt x="6449711" y="7462803"/>
                  </a:lnTo>
                  <a:lnTo>
                    <a:pt x="6467183" y="7421485"/>
                  </a:lnTo>
                  <a:lnTo>
                    <a:pt x="6481090" y="7378432"/>
                  </a:lnTo>
                  <a:lnTo>
                    <a:pt x="6491251" y="7333827"/>
                  </a:lnTo>
                  <a:lnTo>
                    <a:pt x="6497481" y="7287852"/>
                  </a:lnTo>
                  <a:lnTo>
                    <a:pt x="6499598" y="7240692"/>
                  </a:lnTo>
                  <a:lnTo>
                    <a:pt x="6499598" y="518133"/>
                  </a:lnTo>
                  <a:lnTo>
                    <a:pt x="6497481" y="470972"/>
                  </a:lnTo>
                  <a:lnTo>
                    <a:pt x="6491251" y="424998"/>
                  </a:lnTo>
                  <a:lnTo>
                    <a:pt x="6481090" y="380393"/>
                  </a:lnTo>
                  <a:lnTo>
                    <a:pt x="6467183" y="337340"/>
                  </a:lnTo>
                  <a:lnTo>
                    <a:pt x="6449711" y="296021"/>
                  </a:lnTo>
                  <a:lnTo>
                    <a:pt x="6428858" y="256621"/>
                  </a:lnTo>
                  <a:lnTo>
                    <a:pt x="6404807" y="219322"/>
                  </a:lnTo>
                  <a:lnTo>
                    <a:pt x="6377740" y="184306"/>
                  </a:lnTo>
                  <a:lnTo>
                    <a:pt x="6347841" y="151757"/>
                  </a:lnTo>
                  <a:lnTo>
                    <a:pt x="6315292" y="121858"/>
                  </a:lnTo>
                  <a:lnTo>
                    <a:pt x="6280276" y="94791"/>
                  </a:lnTo>
                  <a:lnTo>
                    <a:pt x="6242977" y="70740"/>
                  </a:lnTo>
                  <a:lnTo>
                    <a:pt x="6203576" y="49887"/>
                  </a:lnTo>
                  <a:lnTo>
                    <a:pt x="6162258" y="32415"/>
                  </a:lnTo>
                  <a:lnTo>
                    <a:pt x="6119205" y="18508"/>
                  </a:lnTo>
                  <a:lnTo>
                    <a:pt x="6074600" y="8347"/>
                  </a:lnTo>
                  <a:lnTo>
                    <a:pt x="6028625" y="2117"/>
                  </a:lnTo>
                  <a:lnTo>
                    <a:pt x="5981465" y="0"/>
                  </a:lnTo>
                  <a:close/>
                </a:path>
              </a:pathLst>
            </a:custGeom>
            <a:solidFill>
              <a:srgbClr val="1823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673617" y="5066275"/>
              <a:ext cx="1785620" cy="412750"/>
            </a:xfrm>
            <a:custGeom>
              <a:avLst/>
              <a:gdLst/>
              <a:ahLst/>
              <a:cxnLst/>
              <a:rect l="l" t="t" r="r" b="b"/>
              <a:pathLst>
                <a:path w="1785620" h="412750">
                  <a:moveTo>
                    <a:pt x="168434" y="0"/>
                  </a:moveTo>
                  <a:lnTo>
                    <a:pt x="117722" y="6679"/>
                  </a:lnTo>
                  <a:lnTo>
                    <a:pt x="73552" y="25836"/>
                  </a:lnTo>
                  <a:lnTo>
                    <a:pt x="37985" y="55961"/>
                  </a:lnTo>
                  <a:lnTo>
                    <a:pt x="12753" y="95871"/>
                  </a:lnTo>
                  <a:lnTo>
                    <a:pt x="797" y="144027"/>
                  </a:lnTo>
                  <a:lnTo>
                    <a:pt x="0" y="161838"/>
                  </a:lnTo>
                  <a:lnTo>
                    <a:pt x="769" y="179511"/>
                  </a:lnTo>
                  <a:lnTo>
                    <a:pt x="12313" y="228244"/>
                  </a:lnTo>
                  <a:lnTo>
                    <a:pt x="36474" y="269308"/>
                  </a:lnTo>
                  <a:lnTo>
                    <a:pt x="71903" y="300587"/>
                  </a:lnTo>
                  <a:lnTo>
                    <a:pt x="116485" y="320515"/>
                  </a:lnTo>
                  <a:lnTo>
                    <a:pt x="168434" y="327194"/>
                  </a:lnTo>
                  <a:lnTo>
                    <a:pt x="186520" y="326452"/>
                  </a:lnTo>
                  <a:lnTo>
                    <a:pt x="236160" y="315320"/>
                  </a:lnTo>
                  <a:lnTo>
                    <a:pt x="278049" y="291407"/>
                  </a:lnTo>
                  <a:lnTo>
                    <a:pt x="309713" y="256610"/>
                  </a:lnTo>
                  <a:lnTo>
                    <a:pt x="315793" y="246275"/>
                  </a:lnTo>
                  <a:lnTo>
                    <a:pt x="168434" y="246275"/>
                  </a:lnTo>
                  <a:lnTo>
                    <a:pt x="156945" y="245615"/>
                  </a:lnTo>
                  <a:lnTo>
                    <a:pt x="118794" y="229728"/>
                  </a:lnTo>
                  <a:lnTo>
                    <a:pt x="95596" y="195810"/>
                  </a:lnTo>
                  <a:lnTo>
                    <a:pt x="90154" y="161838"/>
                  </a:lnTo>
                  <a:lnTo>
                    <a:pt x="90759" y="149689"/>
                  </a:lnTo>
                  <a:lnTo>
                    <a:pt x="105161" y="108927"/>
                  </a:lnTo>
                  <a:lnTo>
                    <a:pt x="136275" y="83585"/>
                  </a:lnTo>
                  <a:lnTo>
                    <a:pt x="168434" y="77400"/>
                  </a:lnTo>
                  <a:lnTo>
                    <a:pt x="314811" y="77400"/>
                  </a:lnTo>
                  <a:lnTo>
                    <a:pt x="309163" y="68165"/>
                  </a:lnTo>
                  <a:lnTo>
                    <a:pt x="277004" y="34714"/>
                  </a:lnTo>
                  <a:lnTo>
                    <a:pt x="235280" y="11873"/>
                  </a:lnTo>
                  <a:lnTo>
                    <a:pt x="186300" y="742"/>
                  </a:lnTo>
                  <a:lnTo>
                    <a:pt x="168434" y="0"/>
                  </a:lnTo>
                  <a:close/>
                </a:path>
                <a:path w="1785620" h="412750">
                  <a:moveTo>
                    <a:pt x="314811" y="77400"/>
                  </a:moveTo>
                  <a:lnTo>
                    <a:pt x="168434" y="77400"/>
                  </a:lnTo>
                  <a:lnTo>
                    <a:pt x="180473" y="78087"/>
                  </a:lnTo>
                  <a:lnTo>
                    <a:pt x="191522" y="80149"/>
                  </a:lnTo>
                  <a:lnTo>
                    <a:pt x="226155" y="101038"/>
                  </a:lnTo>
                  <a:lnTo>
                    <a:pt x="244406" y="138309"/>
                  </a:lnTo>
                  <a:lnTo>
                    <a:pt x="246715" y="161838"/>
                  </a:lnTo>
                  <a:lnTo>
                    <a:pt x="246110" y="173821"/>
                  </a:lnTo>
                  <a:lnTo>
                    <a:pt x="231707" y="214776"/>
                  </a:lnTo>
                  <a:lnTo>
                    <a:pt x="200758" y="240338"/>
                  </a:lnTo>
                  <a:lnTo>
                    <a:pt x="168434" y="246275"/>
                  </a:lnTo>
                  <a:lnTo>
                    <a:pt x="315793" y="246275"/>
                  </a:lnTo>
                  <a:lnTo>
                    <a:pt x="333790" y="196470"/>
                  </a:lnTo>
                  <a:lnTo>
                    <a:pt x="336869" y="161838"/>
                  </a:lnTo>
                  <a:lnTo>
                    <a:pt x="336072" y="144027"/>
                  </a:lnTo>
                  <a:lnTo>
                    <a:pt x="333680" y="127095"/>
                  </a:lnTo>
                  <a:lnTo>
                    <a:pt x="329695" y="111043"/>
                  </a:lnTo>
                  <a:lnTo>
                    <a:pt x="324115" y="95871"/>
                  </a:lnTo>
                  <a:lnTo>
                    <a:pt x="317299" y="81468"/>
                  </a:lnTo>
                  <a:lnTo>
                    <a:pt x="314811" y="77400"/>
                  </a:lnTo>
                  <a:close/>
                </a:path>
                <a:path w="1785620" h="412750">
                  <a:moveTo>
                    <a:pt x="450805" y="113462"/>
                  </a:moveTo>
                  <a:lnTo>
                    <a:pt x="374724" y="113462"/>
                  </a:lnTo>
                  <a:lnTo>
                    <a:pt x="374724" y="412511"/>
                  </a:lnTo>
                  <a:lnTo>
                    <a:pt x="450805" y="412511"/>
                  </a:lnTo>
                  <a:lnTo>
                    <a:pt x="450805" y="284249"/>
                  </a:lnTo>
                  <a:lnTo>
                    <a:pt x="450256" y="283408"/>
                  </a:lnTo>
                  <a:lnTo>
                    <a:pt x="444649" y="271782"/>
                  </a:lnTo>
                  <a:lnTo>
                    <a:pt x="440416" y="258973"/>
                  </a:lnTo>
                  <a:lnTo>
                    <a:pt x="437392" y="245175"/>
                  </a:lnTo>
                  <a:lnTo>
                    <a:pt x="435578" y="230388"/>
                  </a:lnTo>
                  <a:lnTo>
                    <a:pt x="434973" y="214611"/>
                  </a:lnTo>
                  <a:lnTo>
                    <a:pt x="435578" y="198669"/>
                  </a:lnTo>
                  <a:lnTo>
                    <a:pt x="444649" y="157440"/>
                  </a:lnTo>
                  <a:lnTo>
                    <a:pt x="450805" y="144973"/>
                  </a:lnTo>
                  <a:lnTo>
                    <a:pt x="450805" y="113462"/>
                  </a:lnTo>
                  <a:close/>
                </a:path>
                <a:path w="1785620" h="412750">
                  <a:moveTo>
                    <a:pt x="450805" y="224286"/>
                  </a:moveTo>
                  <a:lnTo>
                    <a:pt x="450805" y="284249"/>
                  </a:lnTo>
                  <a:lnTo>
                    <a:pt x="456962" y="293661"/>
                  </a:lnTo>
                  <a:lnTo>
                    <a:pt x="494893" y="320267"/>
                  </a:lnTo>
                  <a:lnTo>
                    <a:pt x="519850" y="323676"/>
                  </a:lnTo>
                  <a:lnTo>
                    <a:pt x="531779" y="322906"/>
                  </a:lnTo>
                  <a:lnTo>
                    <a:pt x="575867" y="304463"/>
                  </a:lnTo>
                  <a:lnTo>
                    <a:pt x="600769" y="274860"/>
                  </a:lnTo>
                  <a:lnTo>
                    <a:pt x="608522" y="256829"/>
                  </a:lnTo>
                  <a:lnTo>
                    <a:pt x="485401" y="256829"/>
                  </a:lnTo>
                  <a:lnTo>
                    <a:pt x="478805" y="255363"/>
                  </a:lnTo>
                  <a:lnTo>
                    <a:pt x="472355" y="252432"/>
                  </a:lnTo>
                  <a:lnTo>
                    <a:pt x="466198" y="249207"/>
                  </a:lnTo>
                  <a:lnTo>
                    <a:pt x="461067" y="244516"/>
                  </a:lnTo>
                  <a:lnTo>
                    <a:pt x="452858" y="232202"/>
                  </a:lnTo>
                  <a:lnTo>
                    <a:pt x="450805" y="224286"/>
                  </a:lnTo>
                  <a:close/>
                </a:path>
                <a:path w="1785620" h="412750">
                  <a:moveTo>
                    <a:pt x="450805" y="144973"/>
                  </a:moveTo>
                  <a:lnTo>
                    <a:pt x="437392" y="183826"/>
                  </a:lnTo>
                  <a:lnTo>
                    <a:pt x="434973" y="214611"/>
                  </a:lnTo>
                  <a:lnTo>
                    <a:pt x="435578" y="230388"/>
                  </a:lnTo>
                  <a:lnTo>
                    <a:pt x="444649" y="271782"/>
                  </a:lnTo>
                  <a:lnTo>
                    <a:pt x="450805" y="284249"/>
                  </a:lnTo>
                  <a:lnTo>
                    <a:pt x="450805" y="144973"/>
                  </a:lnTo>
                  <a:close/>
                </a:path>
                <a:path w="1785620" h="412750">
                  <a:moveTo>
                    <a:pt x="608579" y="172392"/>
                  </a:moveTo>
                  <a:lnTo>
                    <a:pt x="500061" y="172392"/>
                  </a:lnTo>
                  <a:lnTo>
                    <a:pt x="507244" y="174005"/>
                  </a:lnTo>
                  <a:lnTo>
                    <a:pt x="520144" y="180455"/>
                  </a:lnTo>
                  <a:lnTo>
                    <a:pt x="525274" y="185292"/>
                  </a:lnTo>
                  <a:lnTo>
                    <a:pt x="529086" y="191742"/>
                  </a:lnTo>
                  <a:lnTo>
                    <a:pt x="532897" y="197899"/>
                  </a:lnTo>
                  <a:lnTo>
                    <a:pt x="534803" y="205522"/>
                  </a:lnTo>
                  <a:lnTo>
                    <a:pt x="534803" y="223406"/>
                  </a:lnTo>
                  <a:lnTo>
                    <a:pt x="507244" y="255217"/>
                  </a:lnTo>
                  <a:lnTo>
                    <a:pt x="500061" y="256829"/>
                  </a:lnTo>
                  <a:lnTo>
                    <a:pt x="608522" y="256829"/>
                  </a:lnTo>
                  <a:lnTo>
                    <a:pt x="611324" y="247704"/>
                  </a:lnTo>
                  <a:lnTo>
                    <a:pt x="613912" y="232202"/>
                  </a:lnTo>
                  <a:lnTo>
                    <a:pt x="614040" y="230388"/>
                  </a:lnTo>
                  <a:lnTo>
                    <a:pt x="614842" y="214611"/>
                  </a:lnTo>
                  <a:lnTo>
                    <a:pt x="614039" y="198669"/>
                  </a:lnTo>
                  <a:lnTo>
                    <a:pt x="613940" y="197020"/>
                  </a:lnTo>
                  <a:lnTo>
                    <a:pt x="611324" y="181298"/>
                  </a:lnTo>
                  <a:lnTo>
                    <a:pt x="608579" y="172392"/>
                  </a:lnTo>
                  <a:close/>
                </a:path>
                <a:path w="1785620" h="412750">
                  <a:moveTo>
                    <a:pt x="519850" y="105546"/>
                  </a:moveTo>
                  <a:lnTo>
                    <a:pt x="473674" y="119179"/>
                  </a:lnTo>
                  <a:lnTo>
                    <a:pt x="450805" y="144973"/>
                  </a:lnTo>
                  <a:lnTo>
                    <a:pt x="450805" y="204936"/>
                  </a:lnTo>
                  <a:lnTo>
                    <a:pt x="452858" y="197020"/>
                  </a:lnTo>
                  <a:lnTo>
                    <a:pt x="461067" y="184706"/>
                  </a:lnTo>
                  <a:lnTo>
                    <a:pt x="466198" y="180162"/>
                  </a:lnTo>
                  <a:lnTo>
                    <a:pt x="472355" y="177230"/>
                  </a:lnTo>
                  <a:lnTo>
                    <a:pt x="478805" y="174005"/>
                  </a:lnTo>
                  <a:lnTo>
                    <a:pt x="485401" y="172392"/>
                  </a:lnTo>
                  <a:lnTo>
                    <a:pt x="608579" y="172392"/>
                  </a:lnTo>
                  <a:lnTo>
                    <a:pt x="606926" y="167032"/>
                  </a:lnTo>
                  <a:lnTo>
                    <a:pt x="585157" y="133142"/>
                  </a:lnTo>
                  <a:lnTo>
                    <a:pt x="543379" y="108624"/>
                  </a:lnTo>
                  <a:lnTo>
                    <a:pt x="531779" y="106316"/>
                  </a:lnTo>
                  <a:lnTo>
                    <a:pt x="519850" y="105546"/>
                  </a:lnTo>
                  <a:close/>
                </a:path>
                <a:path w="1785620" h="412750">
                  <a:moveTo>
                    <a:pt x="759907" y="109064"/>
                  </a:moveTo>
                  <a:lnTo>
                    <a:pt x="710432" y="116238"/>
                  </a:lnTo>
                  <a:lnTo>
                    <a:pt x="673271" y="137320"/>
                  </a:lnTo>
                  <a:lnTo>
                    <a:pt x="649963" y="170578"/>
                  </a:lnTo>
                  <a:lnTo>
                    <a:pt x="642047" y="214611"/>
                  </a:lnTo>
                  <a:lnTo>
                    <a:pt x="642935" y="230003"/>
                  </a:lnTo>
                  <a:lnTo>
                    <a:pt x="656559" y="270902"/>
                  </a:lnTo>
                  <a:lnTo>
                    <a:pt x="685255" y="300175"/>
                  </a:lnTo>
                  <a:lnTo>
                    <a:pt x="727693" y="316969"/>
                  </a:lnTo>
                  <a:lnTo>
                    <a:pt x="762546" y="320157"/>
                  </a:lnTo>
                  <a:lnTo>
                    <a:pt x="781978" y="319195"/>
                  </a:lnTo>
                  <a:lnTo>
                    <a:pt x="830711" y="304765"/>
                  </a:lnTo>
                  <a:lnTo>
                    <a:pt x="866251" y="272771"/>
                  </a:lnTo>
                  <a:lnTo>
                    <a:pt x="869254" y="267824"/>
                  </a:lnTo>
                  <a:lnTo>
                    <a:pt x="750818" y="267824"/>
                  </a:lnTo>
                  <a:lnTo>
                    <a:pt x="743195" y="265772"/>
                  </a:lnTo>
                  <a:lnTo>
                    <a:pt x="719538" y="230443"/>
                  </a:lnTo>
                  <a:lnTo>
                    <a:pt x="683826" y="230443"/>
                  </a:lnTo>
                  <a:lnTo>
                    <a:pt x="683826" y="191303"/>
                  </a:lnTo>
                  <a:lnTo>
                    <a:pt x="720637" y="191303"/>
                  </a:lnTo>
                  <a:lnTo>
                    <a:pt x="721042" y="189104"/>
                  </a:lnTo>
                  <a:lnTo>
                    <a:pt x="749352" y="157440"/>
                  </a:lnTo>
                  <a:lnTo>
                    <a:pt x="861031" y="157440"/>
                  </a:lnTo>
                  <a:lnTo>
                    <a:pt x="860176" y="155681"/>
                  </a:lnTo>
                  <a:lnTo>
                    <a:pt x="833707" y="127562"/>
                  </a:lnTo>
                  <a:lnTo>
                    <a:pt x="793880" y="112033"/>
                  </a:lnTo>
                  <a:lnTo>
                    <a:pt x="777635" y="109806"/>
                  </a:lnTo>
                  <a:lnTo>
                    <a:pt x="759907" y="109064"/>
                  </a:lnTo>
                  <a:close/>
                </a:path>
                <a:path w="1785620" h="412750">
                  <a:moveTo>
                    <a:pt x="806523" y="244516"/>
                  </a:moveTo>
                  <a:lnTo>
                    <a:pt x="775299" y="266395"/>
                  </a:lnTo>
                  <a:lnTo>
                    <a:pt x="759907" y="267824"/>
                  </a:lnTo>
                  <a:lnTo>
                    <a:pt x="869254" y="267824"/>
                  </a:lnTo>
                  <a:lnTo>
                    <a:pt x="875129" y="258149"/>
                  </a:lnTo>
                  <a:lnTo>
                    <a:pt x="806523" y="244516"/>
                  </a:lnTo>
                  <a:close/>
                </a:path>
                <a:path w="1785620" h="412750">
                  <a:moveTo>
                    <a:pt x="720637" y="191303"/>
                  </a:moveTo>
                  <a:lnTo>
                    <a:pt x="683826" y="191303"/>
                  </a:lnTo>
                  <a:lnTo>
                    <a:pt x="683826" y="230443"/>
                  </a:lnTo>
                  <a:lnTo>
                    <a:pt x="719538" y="230443"/>
                  </a:lnTo>
                  <a:lnTo>
                    <a:pt x="719447" y="230003"/>
                  </a:lnTo>
                  <a:lnTo>
                    <a:pt x="718678" y="222417"/>
                  </a:lnTo>
                  <a:lnTo>
                    <a:pt x="718795" y="206548"/>
                  </a:lnTo>
                  <a:lnTo>
                    <a:pt x="718843" y="204936"/>
                  </a:lnTo>
                  <a:lnTo>
                    <a:pt x="719667" y="196580"/>
                  </a:lnTo>
                  <a:lnTo>
                    <a:pt x="720637" y="191303"/>
                  </a:lnTo>
                  <a:close/>
                </a:path>
                <a:path w="1785620" h="412750">
                  <a:moveTo>
                    <a:pt x="792451" y="191303"/>
                  </a:moveTo>
                  <a:lnTo>
                    <a:pt x="720637" y="191303"/>
                  </a:lnTo>
                  <a:lnTo>
                    <a:pt x="719667" y="196580"/>
                  </a:lnTo>
                  <a:lnTo>
                    <a:pt x="718843" y="204936"/>
                  </a:lnTo>
                  <a:lnTo>
                    <a:pt x="718795" y="206548"/>
                  </a:lnTo>
                  <a:lnTo>
                    <a:pt x="718678" y="222417"/>
                  </a:lnTo>
                  <a:lnTo>
                    <a:pt x="719447" y="230003"/>
                  </a:lnTo>
                  <a:lnTo>
                    <a:pt x="719538" y="230443"/>
                  </a:lnTo>
                  <a:lnTo>
                    <a:pt x="872490" y="230443"/>
                  </a:lnTo>
                  <a:lnTo>
                    <a:pt x="872783" y="227804"/>
                  </a:lnTo>
                  <a:lnTo>
                    <a:pt x="872930" y="224872"/>
                  </a:lnTo>
                  <a:lnTo>
                    <a:pt x="872930" y="221647"/>
                  </a:lnTo>
                  <a:lnTo>
                    <a:pt x="873223" y="218129"/>
                  </a:lnTo>
                  <a:lnTo>
                    <a:pt x="873370" y="214611"/>
                  </a:lnTo>
                  <a:lnTo>
                    <a:pt x="873370" y="211532"/>
                  </a:lnTo>
                  <a:lnTo>
                    <a:pt x="786733" y="211532"/>
                  </a:lnTo>
                  <a:lnTo>
                    <a:pt x="788199" y="209187"/>
                  </a:lnTo>
                  <a:lnTo>
                    <a:pt x="789519" y="206548"/>
                  </a:lnTo>
                  <a:lnTo>
                    <a:pt x="791864" y="200684"/>
                  </a:lnTo>
                  <a:lnTo>
                    <a:pt x="792325" y="198724"/>
                  </a:lnTo>
                  <a:lnTo>
                    <a:pt x="792451" y="191303"/>
                  </a:lnTo>
                  <a:close/>
                </a:path>
                <a:path w="1785620" h="412750">
                  <a:moveTo>
                    <a:pt x="861031" y="157440"/>
                  </a:moveTo>
                  <a:lnTo>
                    <a:pt x="765184" y="157440"/>
                  </a:lnTo>
                  <a:lnTo>
                    <a:pt x="771195" y="159052"/>
                  </a:lnTo>
                  <a:lnTo>
                    <a:pt x="776179" y="162277"/>
                  </a:lnTo>
                  <a:lnTo>
                    <a:pt x="781456" y="165209"/>
                  </a:lnTo>
                  <a:lnTo>
                    <a:pt x="785414" y="169607"/>
                  </a:lnTo>
                  <a:lnTo>
                    <a:pt x="788053" y="175471"/>
                  </a:lnTo>
                  <a:lnTo>
                    <a:pt x="790985" y="181041"/>
                  </a:lnTo>
                  <a:lnTo>
                    <a:pt x="792451" y="187931"/>
                  </a:lnTo>
                  <a:lnTo>
                    <a:pt x="792325" y="198724"/>
                  </a:lnTo>
                  <a:lnTo>
                    <a:pt x="791864" y="200684"/>
                  </a:lnTo>
                  <a:lnTo>
                    <a:pt x="789519" y="206548"/>
                  </a:lnTo>
                  <a:lnTo>
                    <a:pt x="788199" y="209187"/>
                  </a:lnTo>
                  <a:lnTo>
                    <a:pt x="786733" y="211532"/>
                  </a:lnTo>
                  <a:lnTo>
                    <a:pt x="803005" y="191303"/>
                  </a:lnTo>
                  <a:lnTo>
                    <a:pt x="871870" y="191303"/>
                  </a:lnTo>
                  <a:lnTo>
                    <a:pt x="870071" y="180748"/>
                  </a:lnTo>
                  <a:lnTo>
                    <a:pt x="865948" y="167555"/>
                  </a:lnTo>
                  <a:lnTo>
                    <a:pt x="861031" y="157440"/>
                  </a:lnTo>
                  <a:close/>
                </a:path>
                <a:path w="1785620" h="412750">
                  <a:moveTo>
                    <a:pt x="871870" y="191303"/>
                  </a:moveTo>
                  <a:lnTo>
                    <a:pt x="803005" y="191303"/>
                  </a:lnTo>
                  <a:lnTo>
                    <a:pt x="786733" y="211532"/>
                  </a:lnTo>
                  <a:lnTo>
                    <a:pt x="873370" y="211532"/>
                  </a:lnTo>
                  <a:lnTo>
                    <a:pt x="872545" y="195261"/>
                  </a:lnTo>
                  <a:lnTo>
                    <a:pt x="871870" y="191303"/>
                  </a:lnTo>
                  <a:close/>
                </a:path>
                <a:path w="1785620" h="412750">
                  <a:moveTo>
                    <a:pt x="988512" y="113462"/>
                  </a:moveTo>
                  <a:lnTo>
                    <a:pt x="912431" y="113462"/>
                  </a:lnTo>
                  <a:lnTo>
                    <a:pt x="912431" y="315760"/>
                  </a:lnTo>
                  <a:lnTo>
                    <a:pt x="988512" y="315760"/>
                  </a:lnTo>
                  <a:lnTo>
                    <a:pt x="988624" y="184706"/>
                  </a:lnTo>
                  <a:lnTo>
                    <a:pt x="989685" y="179135"/>
                  </a:lnTo>
                  <a:lnTo>
                    <a:pt x="1012553" y="159639"/>
                  </a:lnTo>
                  <a:lnTo>
                    <a:pt x="1120795" y="159639"/>
                  </a:lnTo>
                  <a:lnTo>
                    <a:pt x="1119346" y="152712"/>
                  </a:lnTo>
                  <a:lnTo>
                    <a:pt x="1115576" y="143367"/>
                  </a:lnTo>
                  <a:lnTo>
                    <a:pt x="988512" y="143367"/>
                  </a:lnTo>
                  <a:lnTo>
                    <a:pt x="988512" y="113462"/>
                  </a:lnTo>
                  <a:close/>
                </a:path>
                <a:path w="1785620" h="412750">
                  <a:moveTo>
                    <a:pt x="1120795" y="159639"/>
                  </a:moveTo>
                  <a:lnTo>
                    <a:pt x="1028385" y="159639"/>
                  </a:lnTo>
                  <a:lnTo>
                    <a:pt x="1035128" y="162570"/>
                  </a:lnTo>
                  <a:lnTo>
                    <a:pt x="1038647" y="168434"/>
                  </a:lnTo>
                  <a:lnTo>
                    <a:pt x="1042165" y="174005"/>
                  </a:lnTo>
                  <a:lnTo>
                    <a:pt x="1043924" y="182067"/>
                  </a:lnTo>
                  <a:lnTo>
                    <a:pt x="1043924" y="315760"/>
                  </a:lnTo>
                  <a:lnTo>
                    <a:pt x="1123524" y="315760"/>
                  </a:lnTo>
                  <a:lnTo>
                    <a:pt x="1123524" y="184706"/>
                  </a:lnTo>
                  <a:lnTo>
                    <a:pt x="1122479" y="167692"/>
                  </a:lnTo>
                  <a:lnTo>
                    <a:pt x="1120795" y="159639"/>
                  </a:lnTo>
                  <a:close/>
                </a:path>
                <a:path w="1785620" h="412750">
                  <a:moveTo>
                    <a:pt x="1050521" y="108624"/>
                  </a:moveTo>
                  <a:lnTo>
                    <a:pt x="1011820" y="118300"/>
                  </a:lnTo>
                  <a:lnTo>
                    <a:pt x="988512" y="143367"/>
                  </a:lnTo>
                  <a:lnTo>
                    <a:pt x="1115576" y="143367"/>
                  </a:lnTo>
                  <a:lnTo>
                    <a:pt x="1084384" y="113682"/>
                  </a:lnTo>
                  <a:lnTo>
                    <a:pt x="1050521" y="108624"/>
                  </a:lnTo>
                  <a:close/>
                </a:path>
                <a:path w="1785620" h="412750">
                  <a:moveTo>
                    <a:pt x="1334988" y="0"/>
                  </a:moveTo>
                  <a:lnTo>
                    <a:pt x="1281060" y="6431"/>
                  </a:lnTo>
                  <a:lnTo>
                    <a:pt x="1234829" y="25397"/>
                  </a:lnTo>
                  <a:lnTo>
                    <a:pt x="1198849" y="55714"/>
                  </a:lnTo>
                  <a:lnTo>
                    <a:pt x="1174029" y="95871"/>
                  </a:lnTo>
                  <a:lnTo>
                    <a:pt x="1162485" y="144027"/>
                  </a:lnTo>
                  <a:lnTo>
                    <a:pt x="1161716" y="161838"/>
                  </a:lnTo>
                  <a:lnTo>
                    <a:pt x="1162485" y="179676"/>
                  </a:lnTo>
                  <a:lnTo>
                    <a:pt x="1174029" y="228244"/>
                  </a:lnTo>
                  <a:lnTo>
                    <a:pt x="1198849" y="267989"/>
                  </a:lnTo>
                  <a:lnTo>
                    <a:pt x="1234829" y="298278"/>
                  </a:lnTo>
                  <a:lnTo>
                    <a:pt x="1281060" y="317244"/>
                  </a:lnTo>
                  <a:lnTo>
                    <a:pt x="1334988" y="323676"/>
                  </a:lnTo>
                  <a:lnTo>
                    <a:pt x="1351150" y="323153"/>
                  </a:lnTo>
                  <a:lnTo>
                    <a:pt x="1390400" y="315320"/>
                  </a:lnTo>
                  <a:lnTo>
                    <a:pt x="1430419" y="293331"/>
                  </a:lnTo>
                  <a:lnTo>
                    <a:pt x="1430419" y="243196"/>
                  </a:lnTo>
                  <a:lnTo>
                    <a:pt x="1340705" y="243196"/>
                  </a:lnTo>
                  <a:lnTo>
                    <a:pt x="1329298" y="242619"/>
                  </a:lnTo>
                  <a:lnTo>
                    <a:pt x="1288839" y="228601"/>
                  </a:lnTo>
                  <a:lnTo>
                    <a:pt x="1261820" y="196552"/>
                  </a:lnTo>
                  <a:lnTo>
                    <a:pt x="1255388" y="161838"/>
                  </a:lnTo>
                  <a:lnTo>
                    <a:pt x="1256103" y="149359"/>
                  </a:lnTo>
                  <a:lnTo>
                    <a:pt x="1273227" y="109202"/>
                  </a:lnTo>
                  <a:lnTo>
                    <a:pt x="1307969" y="85921"/>
                  </a:lnTo>
                  <a:lnTo>
                    <a:pt x="1340705" y="80479"/>
                  </a:lnTo>
                  <a:lnTo>
                    <a:pt x="1430419" y="80479"/>
                  </a:lnTo>
                  <a:lnTo>
                    <a:pt x="1430419" y="30344"/>
                  </a:lnTo>
                  <a:lnTo>
                    <a:pt x="1390400" y="8355"/>
                  </a:lnTo>
                  <a:lnTo>
                    <a:pt x="1351150" y="522"/>
                  </a:lnTo>
                  <a:lnTo>
                    <a:pt x="1334988" y="0"/>
                  </a:lnTo>
                  <a:close/>
                </a:path>
                <a:path w="1785620" h="412750">
                  <a:moveTo>
                    <a:pt x="1430419" y="203616"/>
                  </a:moveTo>
                  <a:lnTo>
                    <a:pt x="1394358" y="230992"/>
                  </a:lnTo>
                  <a:lnTo>
                    <a:pt x="1351342" y="242839"/>
                  </a:lnTo>
                  <a:lnTo>
                    <a:pt x="1340705" y="243196"/>
                  </a:lnTo>
                  <a:lnTo>
                    <a:pt x="1430419" y="243196"/>
                  </a:lnTo>
                  <a:lnTo>
                    <a:pt x="1430419" y="203616"/>
                  </a:lnTo>
                  <a:close/>
                </a:path>
                <a:path w="1785620" h="412750">
                  <a:moveTo>
                    <a:pt x="1430419" y="80479"/>
                  </a:moveTo>
                  <a:lnTo>
                    <a:pt x="1340705" y="80479"/>
                  </a:lnTo>
                  <a:lnTo>
                    <a:pt x="1351342" y="80836"/>
                  </a:lnTo>
                  <a:lnTo>
                    <a:pt x="1361264" y="81908"/>
                  </a:lnTo>
                  <a:lnTo>
                    <a:pt x="1401394" y="96750"/>
                  </a:lnTo>
                  <a:lnTo>
                    <a:pt x="1430419" y="120059"/>
                  </a:lnTo>
                  <a:lnTo>
                    <a:pt x="1430419" y="80479"/>
                  </a:lnTo>
                  <a:close/>
                </a:path>
                <a:path w="1785620" h="412750">
                  <a:moveTo>
                    <a:pt x="1550228" y="7915"/>
                  </a:moveTo>
                  <a:lnTo>
                    <a:pt x="1449959" y="7915"/>
                  </a:lnTo>
                  <a:lnTo>
                    <a:pt x="1617514" y="336429"/>
                  </a:lnTo>
                  <a:lnTo>
                    <a:pt x="1699824" y="175471"/>
                  </a:lnTo>
                  <a:lnTo>
                    <a:pt x="1617514" y="175471"/>
                  </a:lnTo>
                  <a:lnTo>
                    <a:pt x="1550228" y="7915"/>
                  </a:lnTo>
                  <a:close/>
                </a:path>
                <a:path w="1785620" h="412750">
                  <a:moveTo>
                    <a:pt x="1785509" y="7915"/>
                  </a:moveTo>
                  <a:lnTo>
                    <a:pt x="1685239" y="7915"/>
                  </a:lnTo>
                  <a:lnTo>
                    <a:pt x="1617514" y="175471"/>
                  </a:lnTo>
                  <a:lnTo>
                    <a:pt x="1699824" y="175471"/>
                  </a:lnTo>
                  <a:lnTo>
                    <a:pt x="1785509" y="791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87301" y="3455392"/>
              <a:ext cx="2381132" cy="129904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90680" y="6600375"/>
              <a:ext cx="5550688" cy="317309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811881" y="3063169"/>
              <a:ext cx="5768975" cy="41910"/>
            </a:xfrm>
            <a:custGeom>
              <a:avLst/>
              <a:gdLst/>
              <a:ahLst/>
              <a:cxnLst/>
              <a:rect l="l" t="t" r="r" b="b"/>
              <a:pathLst>
                <a:path w="5768975" h="41910">
                  <a:moveTo>
                    <a:pt x="5768556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41910"/>
                  </a:lnTo>
                  <a:lnTo>
                    <a:pt x="5768556" y="41910"/>
                  </a:lnTo>
                  <a:lnTo>
                    <a:pt x="5768556" y="21590"/>
                  </a:lnTo>
                  <a:lnTo>
                    <a:pt x="5768556" y="0"/>
                  </a:lnTo>
                  <a:close/>
                </a:path>
              </a:pathLst>
            </a:custGeom>
            <a:solidFill>
              <a:srgbClr val="00FF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90029" y="4828990"/>
            <a:ext cx="7606665" cy="1317625"/>
          </a:xfrm>
          <a:custGeom>
            <a:avLst/>
            <a:gdLst/>
            <a:ahLst/>
            <a:cxnLst/>
            <a:rect l="l" t="t" r="r" b="b"/>
            <a:pathLst>
              <a:path w="7606665" h="1317625">
                <a:moveTo>
                  <a:pt x="1216079" y="33780"/>
                </a:moveTo>
                <a:lnTo>
                  <a:pt x="898547" y="33780"/>
                </a:lnTo>
                <a:lnTo>
                  <a:pt x="898547" y="726269"/>
                </a:lnTo>
                <a:lnTo>
                  <a:pt x="1216079" y="726269"/>
                </a:lnTo>
                <a:lnTo>
                  <a:pt x="1216079" y="496565"/>
                </a:lnTo>
                <a:lnTo>
                  <a:pt x="1342754" y="496565"/>
                </a:lnTo>
                <a:lnTo>
                  <a:pt x="1342754" y="241526"/>
                </a:lnTo>
                <a:lnTo>
                  <a:pt x="1216079" y="241526"/>
                </a:lnTo>
                <a:lnTo>
                  <a:pt x="1216079" y="33780"/>
                </a:lnTo>
                <a:close/>
              </a:path>
              <a:path w="7606665" h="1317625">
                <a:moveTo>
                  <a:pt x="754982" y="50669"/>
                </a:moveTo>
                <a:lnTo>
                  <a:pt x="33779" y="50669"/>
                </a:lnTo>
                <a:lnTo>
                  <a:pt x="33779" y="300641"/>
                </a:lnTo>
                <a:lnTo>
                  <a:pt x="408737" y="300641"/>
                </a:lnTo>
                <a:lnTo>
                  <a:pt x="405359" y="330541"/>
                </a:lnTo>
                <a:lnTo>
                  <a:pt x="378335" y="381797"/>
                </a:lnTo>
                <a:lnTo>
                  <a:pt x="324287" y="421663"/>
                </a:lnTo>
                <a:lnTo>
                  <a:pt x="287129" y="437325"/>
                </a:lnTo>
                <a:lnTo>
                  <a:pt x="243215" y="450139"/>
                </a:lnTo>
                <a:lnTo>
                  <a:pt x="192545" y="460105"/>
                </a:lnTo>
                <a:lnTo>
                  <a:pt x="135119" y="467224"/>
                </a:lnTo>
                <a:lnTo>
                  <a:pt x="70937" y="471496"/>
                </a:lnTo>
                <a:lnTo>
                  <a:pt x="0" y="472919"/>
                </a:lnTo>
                <a:lnTo>
                  <a:pt x="33779" y="726269"/>
                </a:lnTo>
                <a:lnTo>
                  <a:pt x="93554" y="725530"/>
                </a:lnTo>
                <a:lnTo>
                  <a:pt x="150426" y="723313"/>
                </a:lnTo>
                <a:lnTo>
                  <a:pt x="204395" y="719619"/>
                </a:lnTo>
                <a:lnTo>
                  <a:pt x="255461" y="714446"/>
                </a:lnTo>
                <a:lnTo>
                  <a:pt x="303623" y="707796"/>
                </a:lnTo>
                <a:lnTo>
                  <a:pt x="348883" y="699667"/>
                </a:lnTo>
                <a:lnTo>
                  <a:pt x="391240" y="690061"/>
                </a:lnTo>
                <a:lnTo>
                  <a:pt x="430694" y="678977"/>
                </a:lnTo>
                <a:lnTo>
                  <a:pt x="479535" y="659929"/>
                </a:lnTo>
                <a:lnTo>
                  <a:pt x="524715" y="635439"/>
                </a:lnTo>
                <a:lnTo>
                  <a:pt x="566236" y="605506"/>
                </a:lnTo>
                <a:lnTo>
                  <a:pt x="604098" y="570131"/>
                </a:lnTo>
                <a:lnTo>
                  <a:pt x="638300" y="529313"/>
                </a:lnTo>
                <a:lnTo>
                  <a:pt x="668843" y="483053"/>
                </a:lnTo>
                <a:lnTo>
                  <a:pt x="686922" y="448690"/>
                </a:lnTo>
                <a:lnTo>
                  <a:pt x="702873" y="410906"/>
                </a:lnTo>
                <a:lnTo>
                  <a:pt x="716698" y="369703"/>
                </a:lnTo>
                <a:lnTo>
                  <a:pt x="728396" y="325080"/>
                </a:lnTo>
                <a:lnTo>
                  <a:pt x="737967" y="277037"/>
                </a:lnTo>
                <a:lnTo>
                  <a:pt x="745411" y="225575"/>
                </a:lnTo>
                <a:lnTo>
                  <a:pt x="750728" y="170693"/>
                </a:lnTo>
                <a:lnTo>
                  <a:pt x="753919" y="112391"/>
                </a:lnTo>
                <a:lnTo>
                  <a:pt x="754982" y="50669"/>
                </a:lnTo>
                <a:close/>
              </a:path>
              <a:path w="7606665" h="1317625">
                <a:moveTo>
                  <a:pt x="1219457" y="788762"/>
                </a:moveTo>
                <a:lnTo>
                  <a:pt x="67559" y="788762"/>
                </a:lnTo>
                <a:lnTo>
                  <a:pt x="67559" y="1317419"/>
                </a:lnTo>
                <a:lnTo>
                  <a:pt x="1219457" y="1317419"/>
                </a:lnTo>
                <a:lnTo>
                  <a:pt x="1219457" y="1089404"/>
                </a:lnTo>
                <a:lnTo>
                  <a:pt x="385091" y="1089404"/>
                </a:lnTo>
                <a:lnTo>
                  <a:pt x="385091" y="1016777"/>
                </a:lnTo>
                <a:lnTo>
                  <a:pt x="1219457" y="1016777"/>
                </a:lnTo>
                <a:lnTo>
                  <a:pt x="1219457" y="788762"/>
                </a:lnTo>
                <a:close/>
              </a:path>
              <a:path w="7606665" h="1317625">
                <a:moveTo>
                  <a:pt x="1219457" y="1016777"/>
                </a:moveTo>
                <a:lnTo>
                  <a:pt x="901925" y="1016777"/>
                </a:lnTo>
                <a:lnTo>
                  <a:pt x="901925" y="1089404"/>
                </a:lnTo>
                <a:lnTo>
                  <a:pt x="1219457" y="1089404"/>
                </a:lnTo>
                <a:lnTo>
                  <a:pt x="1219457" y="1016777"/>
                </a:lnTo>
                <a:close/>
              </a:path>
              <a:path w="7606665" h="1317625">
                <a:moveTo>
                  <a:pt x="2759362" y="33780"/>
                </a:moveTo>
                <a:lnTo>
                  <a:pt x="2441831" y="33780"/>
                </a:lnTo>
                <a:lnTo>
                  <a:pt x="2441831" y="1317419"/>
                </a:lnTo>
                <a:lnTo>
                  <a:pt x="2759362" y="1317419"/>
                </a:lnTo>
                <a:lnTo>
                  <a:pt x="2759362" y="775250"/>
                </a:lnTo>
                <a:lnTo>
                  <a:pt x="2886037" y="775250"/>
                </a:lnTo>
                <a:lnTo>
                  <a:pt x="2886037" y="521900"/>
                </a:lnTo>
                <a:lnTo>
                  <a:pt x="2759362" y="521900"/>
                </a:lnTo>
                <a:lnTo>
                  <a:pt x="2759362" y="33780"/>
                </a:lnTo>
                <a:close/>
              </a:path>
              <a:path w="7606665" h="1317625">
                <a:moveTo>
                  <a:pt x="2131055" y="50669"/>
                </a:moveTo>
                <a:lnTo>
                  <a:pt x="1823657" y="50669"/>
                </a:lnTo>
                <a:lnTo>
                  <a:pt x="1823657" y="353000"/>
                </a:lnTo>
                <a:lnTo>
                  <a:pt x="1822864" y="418767"/>
                </a:lnTo>
                <a:lnTo>
                  <a:pt x="1820487" y="480947"/>
                </a:lnTo>
                <a:lnTo>
                  <a:pt x="1816525" y="539541"/>
                </a:lnTo>
                <a:lnTo>
                  <a:pt x="1810979" y="594548"/>
                </a:lnTo>
                <a:lnTo>
                  <a:pt x="1803848" y="645969"/>
                </a:lnTo>
                <a:lnTo>
                  <a:pt x="1795131" y="693803"/>
                </a:lnTo>
                <a:lnTo>
                  <a:pt x="1784831" y="738050"/>
                </a:lnTo>
                <a:lnTo>
                  <a:pt x="1772945" y="778712"/>
                </a:lnTo>
                <a:lnTo>
                  <a:pt x="1759475" y="815786"/>
                </a:lnTo>
                <a:lnTo>
                  <a:pt x="1737096" y="864908"/>
                </a:lnTo>
                <a:lnTo>
                  <a:pt x="1711620" y="907555"/>
                </a:lnTo>
                <a:lnTo>
                  <a:pt x="1683048" y="943728"/>
                </a:lnTo>
                <a:lnTo>
                  <a:pt x="1651379" y="973426"/>
                </a:lnTo>
                <a:lnTo>
                  <a:pt x="1616614" y="996650"/>
                </a:lnTo>
                <a:lnTo>
                  <a:pt x="1578752" y="1013399"/>
                </a:lnTo>
                <a:lnTo>
                  <a:pt x="1680092" y="1266749"/>
                </a:lnTo>
                <a:lnTo>
                  <a:pt x="1718833" y="1257037"/>
                </a:lnTo>
                <a:lnTo>
                  <a:pt x="1757364" y="1241414"/>
                </a:lnTo>
                <a:lnTo>
                  <a:pt x="1795683" y="1219879"/>
                </a:lnTo>
                <a:lnTo>
                  <a:pt x="1833791" y="1192433"/>
                </a:lnTo>
                <a:lnTo>
                  <a:pt x="1871793" y="1159286"/>
                </a:lnTo>
                <a:lnTo>
                  <a:pt x="1908107" y="1120651"/>
                </a:lnTo>
                <a:lnTo>
                  <a:pt x="1942731" y="1076525"/>
                </a:lnTo>
                <a:lnTo>
                  <a:pt x="1975667" y="1026911"/>
                </a:lnTo>
                <a:lnTo>
                  <a:pt x="2362110" y="1026911"/>
                </a:lnTo>
                <a:lnTo>
                  <a:pt x="2367515" y="1013399"/>
                </a:lnTo>
                <a:lnTo>
                  <a:pt x="2330216" y="997166"/>
                </a:lnTo>
                <a:lnTo>
                  <a:pt x="2296014" y="974364"/>
                </a:lnTo>
                <a:lnTo>
                  <a:pt x="2264908" y="944995"/>
                </a:lnTo>
                <a:lnTo>
                  <a:pt x="2236899" y="909056"/>
                </a:lnTo>
                <a:lnTo>
                  <a:pt x="2211986" y="866550"/>
                </a:lnTo>
                <a:lnTo>
                  <a:pt x="2190170" y="817475"/>
                </a:lnTo>
                <a:lnTo>
                  <a:pt x="2177763" y="780713"/>
                </a:lnTo>
                <a:lnTo>
                  <a:pt x="2166816" y="740240"/>
                </a:lnTo>
                <a:lnTo>
                  <a:pt x="2157328" y="696055"/>
                </a:lnTo>
                <a:lnTo>
                  <a:pt x="2149300" y="648158"/>
                </a:lnTo>
                <a:lnTo>
                  <a:pt x="2142732" y="596550"/>
                </a:lnTo>
                <a:lnTo>
                  <a:pt x="2137623" y="541230"/>
                </a:lnTo>
                <a:lnTo>
                  <a:pt x="2133974" y="482198"/>
                </a:lnTo>
                <a:lnTo>
                  <a:pt x="2131785" y="419455"/>
                </a:lnTo>
                <a:lnTo>
                  <a:pt x="2131055" y="353000"/>
                </a:lnTo>
                <a:lnTo>
                  <a:pt x="2131055" y="50669"/>
                </a:lnTo>
                <a:close/>
              </a:path>
              <a:path w="7606665" h="1317625">
                <a:moveTo>
                  <a:pt x="2362110" y="1026911"/>
                </a:moveTo>
                <a:lnTo>
                  <a:pt x="1975667" y="1026911"/>
                </a:lnTo>
                <a:lnTo>
                  <a:pt x="2007019" y="1076525"/>
                </a:lnTo>
                <a:lnTo>
                  <a:pt x="2040271" y="1120651"/>
                </a:lnTo>
                <a:lnTo>
                  <a:pt x="2075423" y="1159286"/>
                </a:lnTo>
                <a:lnTo>
                  <a:pt x="2112476" y="1192433"/>
                </a:lnTo>
                <a:lnTo>
                  <a:pt x="2151217" y="1219879"/>
                </a:lnTo>
                <a:lnTo>
                  <a:pt x="2189747" y="1241414"/>
                </a:lnTo>
                <a:lnTo>
                  <a:pt x="2228067" y="1257037"/>
                </a:lnTo>
                <a:lnTo>
                  <a:pt x="2266175" y="1266749"/>
                </a:lnTo>
                <a:lnTo>
                  <a:pt x="2362110" y="1026911"/>
                </a:lnTo>
                <a:close/>
              </a:path>
              <a:path w="7606665" h="1317625">
                <a:moveTo>
                  <a:pt x="3917092" y="84450"/>
                </a:moveTo>
                <a:lnTo>
                  <a:pt x="3157042" y="84450"/>
                </a:lnTo>
                <a:lnTo>
                  <a:pt x="3157042" y="290507"/>
                </a:lnTo>
                <a:lnTo>
                  <a:pt x="3917092" y="290507"/>
                </a:lnTo>
                <a:lnTo>
                  <a:pt x="3917092" y="84450"/>
                </a:lnTo>
                <a:close/>
              </a:path>
              <a:path w="7606665" h="1317625">
                <a:moveTo>
                  <a:pt x="3695833" y="0"/>
                </a:moveTo>
                <a:lnTo>
                  <a:pt x="3378301" y="0"/>
                </a:lnTo>
                <a:lnTo>
                  <a:pt x="3378301" y="84450"/>
                </a:lnTo>
                <a:lnTo>
                  <a:pt x="3695833" y="84450"/>
                </a:lnTo>
                <a:lnTo>
                  <a:pt x="3695833" y="0"/>
                </a:lnTo>
                <a:close/>
              </a:path>
              <a:path w="7606665" h="1317625">
                <a:moveTo>
                  <a:pt x="4342720" y="33780"/>
                </a:moveTo>
                <a:lnTo>
                  <a:pt x="4025188" y="33780"/>
                </a:lnTo>
                <a:lnTo>
                  <a:pt x="4025188" y="760049"/>
                </a:lnTo>
                <a:lnTo>
                  <a:pt x="4342720" y="760049"/>
                </a:lnTo>
                <a:lnTo>
                  <a:pt x="4342720" y="513455"/>
                </a:lnTo>
                <a:lnTo>
                  <a:pt x="4469395" y="513455"/>
                </a:lnTo>
                <a:lnTo>
                  <a:pt x="4469395" y="268550"/>
                </a:lnTo>
                <a:lnTo>
                  <a:pt x="4342720" y="268550"/>
                </a:lnTo>
                <a:lnTo>
                  <a:pt x="4342720" y="33780"/>
                </a:lnTo>
                <a:close/>
              </a:path>
              <a:path w="7606665" h="1317625">
                <a:moveTo>
                  <a:pt x="3616450" y="312464"/>
                </a:moveTo>
                <a:lnTo>
                  <a:pt x="3457684" y="312464"/>
                </a:lnTo>
                <a:lnTo>
                  <a:pt x="3395297" y="316053"/>
                </a:lnTo>
                <a:lnTo>
                  <a:pt x="3339877" y="326821"/>
                </a:lnTo>
                <a:lnTo>
                  <a:pt x="3291423" y="344766"/>
                </a:lnTo>
                <a:lnTo>
                  <a:pt x="3249937" y="369890"/>
                </a:lnTo>
                <a:lnTo>
                  <a:pt x="3216685" y="401981"/>
                </a:lnTo>
                <a:lnTo>
                  <a:pt x="3192934" y="440828"/>
                </a:lnTo>
                <a:lnTo>
                  <a:pt x="3178683" y="486431"/>
                </a:lnTo>
                <a:lnTo>
                  <a:pt x="3173932" y="538790"/>
                </a:lnTo>
                <a:lnTo>
                  <a:pt x="3178683" y="591255"/>
                </a:lnTo>
                <a:lnTo>
                  <a:pt x="3192934" y="637175"/>
                </a:lnTo>
                <a:lnTo>
                  <a:pt x="3216685" y="676549"/>
                </a:lnTo>
                <a:lnTo>
                  <a:pt x="3249937" y="709379"/>
                </a:lnTo>
                <a:lnTo>
                  <a:pt x="3291423" y="735242"/>
                </a:lnTo>
                <a:lnTo>
                  <a:pt x="3339877" y="753715"/>
                </a:lnTo>
                <a:lnTo>
                  <a:pt x="3395297" y="764800"/>
                </a:lnTo>
                <a:lnTo>
                  <a:pt x="3457684" y="768494"/>
                </a:lnTo>
                <a:lnTo>
                  <a:pt x="3616450" y="768494"/>
                </a:lnTo>
                <a:lnTo>
                  <a:pt x="3678838" y="764800"/>
                </a:lnTo>
                <a:lnTo>
                  <a:pt x="3734258" y="753715"/>
                </a:lnTo>
                <a:lnTo>
                  <a:pt x="3782711" y="735242"/>
                </a:lnTo>
                <a:lnTo>
                  <a:pt x="3824197" y="709379"/>
                </a:lnTo>
                <a:lnTo>
                  <a:pt x="3857449" y="676549"/>
                </a:lnTo>
                <a:lnTo>
                  <a:pt x="3881201" y="637175"/>
                </a:lnTo>
                <a:lnTo>
                  <a:pt x="3895452" y="591255"/>
                </a:lnTo>
                <a:lnTo>
                  <a:pt x="3897296" y="570881"/>
                </a:lnTo>
                <a:lnTo>
                  <a:pt x="3498220" y="570881"/>
                </a:lnTo>
                <a:lnTo>
                  <a:pt x="3489353" y="570353"/>
                </a:lnTo>
                <a:lnTo>
                  <a:pt x="3456734" y="544385"/>
                </a:lnTo>
                <a:lnTo>
                  <a:pt x="3455995" y="537101"/>
                </a:lnTo>
                <a:lnTo>
                  <a:pt x="3456734" y="529923"/>
                </a:lnTo>
                <a:lnTo>
                  <a:pt x="3489353" y="503955"/>
                </a:lnTo>
                <a:lnTo>
                  <a:pt x="3498220" y="503321"/>
                </a:lnTo>
                <a:lnTo>
                  <a:pt x="3896984" y="503321"/>
                </a:lnTo>
                <a:lnTo>
                  <a:pt x="3895452" y="486431"/>
                </a:lnTo>
                <a:lnTo>
                  <a:pt x="3881201" y="440828"/>
                </a:lnTo>
                <a:lnTo>
                  <a:pt x="3857449" y="401981"/>
                </a:lnTo>
                <a:lnTo>
                  <a:pt x="3824197" y="369890"/>
                </a:lnTo>
                <a:lnTo>
                  <a:pt x="3782711" y="344766"/>
                </a:lnTo>
                <a:lnTo>
                  <a:pt x="3734258" y="326821"/>
                </a:lnTo>
                <a:lnTo>
                  <a:pt x="3678838" y="316053"/>
                </a:lnTo>
                <a:lnTo>
                  <a:pt x="3616450" y="312464"/>
                </a:lnTo>
                <a:close/>
              </a:path>
              <a:path w="7606665" h="1317625">
                <a:moveTo>
                  <a:pt x="3896984" y="503321"/>
                </a:moveTo>
                <a:lnTo>
                  <a:pt x="3577603" y="503321"/>
                </a:lnTo>
                <a:lnTo>
                  <a:pt x="3586471" y="503955"/>
                </a:lnTo>
                <a:lnTo>
                  <a:pt x="3594493" y="505855"/>
                </a:lnTo>
                <a:lnTo>
                  <a:pt x="3619828" y="537101"/>
                </a:lnTo>
                <a:lnTo>
                  <a:pt x="3619089" y="544385"/>
                </a:lnTo>
                <a:lnTo>
                  <a:pt x="3586471" y="570353"/>
                </a:lnTo>
                <a:lnTo>
                  <a:pt x="3577603" y="570881"/>
                </a:lnTo>
                <a:lnTo>
                  <a:pt x="3897296" y="570881"/>
                </a:lnTo>
                <a:lnTo>
                  <a:pt x="3900202" y="538790"/>
                </a:lnTo>
                <a:lnTo>
                  <a:pt x="3896984" y="503321"/>
                </a:lnTo>
                <a:close/>
              </a:path>
              <a:path w="7606665" h="1317625">
                <a:moveTo>
                  <a:pt x="3511732" y="802274"/>
                </a:moveTo>
                <a:lnTo>
                  <a:pt x="3194200" y="802274"/>
                </a:lnTo>
                <a:lnTo>
                  <a:pt x="3194200" y="1317419"/>
                </a:lnTo>
                <a:lnTo>
                  <a:pt x="4342720" y="1317419"/>
                </a:lnTo>
                <a:lnTo>
                  <a:pt x="4342720" y="1123184"/>
                </a:lnTo>
                <a:lnTo>
                  <a:pt x="3511732" y="1123184"/>
                </a:lnTo>
                <a:lnTo>
                  <a:pt x="3511732" y="1059002"/>
                </a:lnTo>
                <a:lnTo>
                  <a:pt x="4342720" y="1059002"/>
                </a:lnTo>
                <a:lnTo>
                  <a:pt x="4342720" y="864767"/>
                </a:lnTo>
                <a:lnTo>
                  <a:pt x="3511732" y="864767"/>
                </a:lnTo>
                <a:lnTo>
                  <a:pt x="3511732" y="802274"/>
                </a:lnTo>
                <a:close/>
              </a:path>
              <a:path w="7606665" h="1317625">
                <a:moveTo>
                  <a:pt x="4342720" y="1059002"/>
                </a:moveTo>
                <a:lnTo>
                  <a:pt x="4026877" y="1059002"/>
                </a:lnTo>
                <a:lnTo>
                  <a:pt x="4026877" y="1123184"/>
                </a:lnTo>
                <a:lnTo>
                  <a:pt x="4342720" y="1123184"/>
                </a:lnTo>
                <a:lnTo>
                  <a:pt x="4342720" y="1059002"/>
                </a:lnTo>
                <a:close/>
              </a:path>
              <a:path w="7606665" h="1317625">
                <a:moveTo>
                  <a:pt x="4342720" y="802274"/>
                </a:moveTo>
                <a:lnTo>
                  <a:pt x="4026877" y="802274"/>
                </a:lnTo>
                <a:lnTo>
                  <a:pt x="4026877" y="864767"/>
                </a:lnTo>
                <a:lnTo>
                  <a:pt x="4342720" y="864767"/>
                </a:lnTo>
                <a:lnTo>
                  <a:pt x="4342720" y="802274"/>
                </a:lnTo>
                <a:close/>
              </a:path>
              <a:path w="7606665" h="1317625">
                <a:moveTo>
                  <a:pt x="5925167" y="30402"/>
                </a:moveTo>
                <a:lnTo>
                  <a:pt x="5607635" y="30402"/>
                </a:lnTo>
                <a:lnTo>
                  <a:pt x="5607635" y="1317419"/>
                </a:lnTo>
                <a:lnTo>
                  <a:pt x="5925167" y="1317419"/>
                </a:lnTo>
                <a:lnTo>
                  <a:pt x="5925167" y="30402"/>
                </a:lnTo>
                <a:close/>
              </a:path>
              <a:path w="7606665" h="1317625">
                <a:moveTo>
                  <a:pt x="5057021" y="47292"/>
                </a:moveTo>
                <a:lnTo>
                  <a:pt x="4739489" y="47292"/>
                </a:lnTo>
                <a:lnTo>
                  <a:pt x="4739489" y="1266749"/>
                </a:lnTo>
                <a:lnTo>
                  <a:pt x="5459003" y="1266749"/>
                </a:lnTo>
                <a:lnTo>
                  <a:pt x="5459003" y="1013399"/>
                </a:lnTo>
                <a:lnTo>
                  <a:pt x="5057021" y="1013399"/>
                </a:lnTo>
                <a:lnTo>
                  <a:pt x="5057021" y="47292"/>
                </a:lnTo>
                <a:close/>
              </a:path>
              <a:path w="7606665" h="1317625">
                <a:moveTo>
                  <a:pt x="7479495" y="33780"/>
                </a:moveTo>
                <a:lnTo>
                  <a:pt x="7161963" y="33780"/>
                </a:lnTo>
                <a:lnTo>
                  <a:pt x="7161963" y="1317419"/>
                </a:lnTo>
                <a:lnTo>
                  <a:pt x="7479495" y="1317419"/>
                </a:lnTo>
                <a:lnTo>
                  <a:pt x="7479495" y="775250"/>
                </a:lnTo>
                <a:lnTo>
                  <a:pt x="7606170" y="775250"/>
                </a:lnTo>
                <a:lnTo>
                  <a:pt x="7606170" y="521900"/>
                </a:lnTo>
                <a:lnTo>
                  <a:pt x="7479495" y="521900"/>
                </a:lnTo>
                <a:lnTo>
                  <a:pt x="7479495" y="33780"/>
                </a:lnTo>
                <a:close/>
              </a:path>
              <a:path w="7606665" h="1317625">
                <a:moveTo>
                  <a:pt x="7015020" y="50669"/>
                </a:moveTo>
                <a:lnTo>
                  <a:pt x="6297196" y="50669"/>
                </a:lnTo>
                <a:lnTo>
                  <a:pt x="6297196" y="1266749"/>
                </a:lnTo>
                <a:lnTo>
                  <a:pt x="7048800" y="1266749"/>
                </a:lnTo>
                <a:lnTo>
                  <a:pt x="7048800" y="1013399"/>
                </a:lnTo>
                <a:lnTo>
                  <a:pt x="6614727" y="1013399"/>
                </a:lnTo>
                <a:lnTo>
                  <a:pt x="6614727" y="304019"/>
                </a:lnTo>
                <a:lnTo>
                  <a:pt x="7015020" y="304019"/>
                </a:lnTo>
                <a:lnTo>
                  <a:pt x="7015020" y="5066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57812" y="10850454"/>
            <a:ext cx="180673" cy="18585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0</Words>
  <Application>Microsoft Office PowerPoint</Application>
  <PresentationFormat>사용자 지정</PresentationFormat>
  <Paragraphs>0</Paragraphs>
  <Slides>12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4" baseType="lpstr"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KDT51</dc:creator>
  <cp:lastModifiedBy>경주 조</cp:lastModifiedBy>
  <cp:revision>2</cp:revision>
  <dcterms:created xsi:type="dcterms:W3CDTF">2026-01-09T06:23:06Z</dcterms:created>
  <dcterms:modified xsi:type="dcterms:W3CDTF">2026-01-09T06:28:53Z</dcterms:modified>
</cp:coreProperties>
</file>